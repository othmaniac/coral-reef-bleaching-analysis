
<file path=[Content_Types].xml><?xml version="1.0" encoding="utf-8"?>
<Types xmlns="http://schemas.openxmlformats.org/package/2006/content-types">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1.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59" r:id="rId3"/>
  </p:sldMasterIdLst>
  <p:notesMasterIdLst>
    <p:notesMasterId r:id="rId4"/>
  </p:notesMasterIdLst>
  <p:sldIdLst>
    <p:sldId id="256" r:id="rId5"/>
  </p:sldIdLst>
  <p:sldSz cy="20574000" cx="36576000"/>
  <p:notesSz cx="68580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defaultTextStyle>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_rels/presentation.xml.rels><?xml version="1.0" encoding="UTF-8" standalone="yes"?><Relationships xmlns="http://schemas.openxmlformats.org/package/2006/relationships"><Relationship Id="rId1" Type="http://schemas.openxmlformats.org/officeDocument/2006/relationships/theme" Target="theme/theme1.xml"/><Relationship Id="rId2" Type="http://schemas.openxmlformats.org/officeDocument/2006/relationships/presProps" Target="presProps.xml"/><Relationship Id="rId3" Type="http://schemas.openxmlformats.org/officeDocument/2006/relationships/slideMaster" Target="slideMasters/slideMaster1.xml"/><Relationship Id="rId4" Type="http://schemas.openxmlformats.org/officeDocument/2006/relationships/notesMaster" Target="notesMasters/notesMaster1.xml"/><Relationship Id="rId5" Type="http://schemas.openxmlformats.org/officeDocument/2006/relationships/slide" Target="slides/slid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0" name="Shape 80"/>
        <p:cNvGrpSpPr/>
        <p:nvPr/>
      </p:nvGrpSpPr>
      <p:grpSpPr>
        <a:xfrm>
          <a:off x="0" y="0"/>
          <a:ext cx="0" cy="0"/>
          <a:chOff x="0" y="0"/>
          <a:chExt cx="0" cy="0"/>
        </a:xfrm>
      </p:grpSpPr>
      <p:sp>
        <p:nvSpPr>
          <p:cNvPr id="81" name="Google Shape;81;p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82" name="Google Shape;82;p1: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11" name="Shape 11"/>
        <p:cNvGrpSpPr/>
        <p:nvPr/>
      </p:nvGrpSpPr>
      <p:grpSpPr>
        <a:xfrm>
          <a:off x="0" y="0"/>
          <a:ext cx="0" cy="0"/>
          <a:chOff x="0" y="0"/>
          <a:chExt cx="0" cy="0"/>
        </a:xfrm>
      </p:grpSpPr>
      <p:sp>
        <p:nvSpPr>
          <p:cNvPr id="12" name="Google Shape;12;p2"/>
          <p:cNvSpPr txBox="1"/>
          <p:nvPr>
            <p:ph type="ctrTitle"/>
          </p:nvPr>
        </p:nvSpPr>
        <p:spPr>
          <a:xfrm>
            <a:off x="4572000" y="3367089"/>
            <a:ext cx="27432000" cy="7162800"/>
          </a:xfrm>
          <a:prstGeom prst="rect">
            <a:avLst/>
          </a:prstGeom>
          <a:noFill/>
          <a:ln>
            <a:noFill/>
          </a:ln>
        </p:spPr>
        <p:txBody>
          <a:bodyPr anchorCtr="0" anchor="b" bIns="45700" lIns="91425" spcFirstLastPara="1" rIns="91425" wrap="square" tIns="45700">
            <a:normAutofit/>
          </a:bodyPr>
          <a:lstStyle>
            <a:lvl1pPr lvl="0" algn="ctr">
              <a:lnSpc>
                <a:spcPct val="90000"/>
              </a:lnSpc>
              <a:spcBef>
                <a:spcPts val="0"/>
              </a:spcBef>
              <a:spcAft>
                <a:spcPts val="0"/>
              </a:spcAft>
              <a:buClr>
                <a:schemeClr val="dk1"/>
              </a:buClr>
              <a:buSzPts val="18000"/>
              <a:buFont typeface="Calibri"/>
              <a:buNone/>
              <a:defRPr sz="18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3" name="Google Shape;13;p2"/>
          <p:cNvSpPr txBox="1"/>
          <p:nvPr>
            <p:ph idx="1" type="subTitle"/>
          </p:nvPr>
        </p:nvSpPr>
        <p:spPr>
          <a:xfrm>
            <a:off x="4572000" y="10806114"/>
            <a:ext cx="27432000" cy="4967286"/>
          </a:xfrm>
          <a:prstGeom prst="rect">
            <a:avLst/>
          </a:prstGeom>
          <a:noFill/>
          <a:ln>
            <a:noFill/>
          </a:ln>
        </p:spPr>
        <p:txBody>
          <a:bodyPr anchorCtr="0" anchor="t" bIns="45700" lIns="91425" spcFirstLastPara="1" rIns="91425" wrap="square" tIns="45700">
            <a:normAutofit/>
          </a:bodyPr>
          <a:lstStyle>
            <a:lvl1pPr lvl="0" algn="ctr">
              <a:lnSpc>
                <a:spcPct val="90000"/>
              </a:lnSpc>
              <a:spcBef>
                <a:spcPts val="3000"/>
              </a:spcBef>
              <a:spcAft>
                <a:spcPts val="0"/>
              </a:spcAft>
              <a:buClr>
                <a:schemeClr val="dk1"/>
              </a:buClr>
              <a:buSzPts val="7200"/>
              <a:buNone/>
              <a:defRPr sz="7200"/>
            </a:lvl1pPr>
            <a:lvl2pPr lvl="1" algn="ctr">
              <a:lnSpc>
                <a:spcPct val="90000"/>
              </a:lnSpc>
              <a:spcBef>
                <a:spcPts val="1500"/>
              </a:spcBef>
              <a:spcAft>
                <a:spcPts val="0"/>
              </a:spcAft>
              <a:buClr>
                <a:schemeClr val="dk1"/>
              </a:buClr>
              <a:buSzPts val="6000"/>
              <a:buNone/>
              <a:defRPr sz="6000"/>
            </a:lvl2pPr>
            <a:lvl3pPr lvl="2" algn="ctr">
              <a:lnSpc>
                <a:spcPct val="90000"/>
              </a:lnSpc>
              <a:spcBef>
                <a:spcPts val="1500"/>
              </a:spcBef>
              <a:spcAft>
                <a:spcPts val="0"/>
              </a:spcAft>
              <a:buClr>
                <a:schemeClr val="dk1"/>
              </a:buClr>
              <a:buSzPts val="5400"/>
              <a:buNone/>
              <a:defRPr sz="5400"/>
            </a:lvl3pPr>
            <a:lvl4pPr lvl="3" algn="ctr">
              <a:lnSpc>
                <a:spcPct val="90000"/>
              </a:lnSpc>
              <a:spcBef>
                <a:spcPts val="1500"/>
              </a:spcBef>
              <a:spcAft>
                <a:spcPts val="0"/>
              </a:spcAft>
              <a:buClr>
                <a:schemeClr val="dk1"/>
              </a:buClr>
              <a:buSzPts val="4800"/>
              <a:buNone/>
              <a:defRPr sz="4800"/>
            </a:lvl4pPr>
            <a:lvl5pPr lvl="4" algn="ctr">
              <a:lnSpc>
                <a:spcPct val="90000"/>
              </a:lnSpc>
              <a:spcBef>
                <a:spcPts val="1500"/>
              </a:spcBef>
              <a:spcAft>
                <a:spcPts val="0"/>
              </a:spcAft>
              <a:buClr>
                <a:schemeClr val="dk1"/>
              </a:buClr>
              <a:buSzPts val="4800"/>
              <a:buNone/>
              <a:defRPr sz="4800"/>
            </a:lvl5pPr>
            <a:lvl6pPr lvl="5" algn="ctr">
              <a:lnSpc>
                <a:spcPct val="90000"/>
              </a:lnSpc>
              <a:spcBef>
                <a:spcPts val="1500"/>
              </a:spcBef>
              <a:spcAft>
                <a:spcPts val="0"/>
              </a:spcAft>
              <a:buClr>
                <a:schemeClr val="dk1"/>
              </a:buClr>
              <a:buSzPts val="4800"/>
              <a:buNone/>
              <a:defRPr sz="4800"/>
            </a:lvl6pPr>
            <a:lvl7pPr lvl="6" algn="ctr">
              <a:lnSpc>
                <a:spcPct val="90000"/>
              </a:lnSpc>
              <a:spcBef>
                <a:spcPts val="1500"/>
              </a:spcBef>
              <a:spcAft>
                <a:spcPts val="0"/>
              </a:spcAft>
              <a:buClr>
                <a:schemeClr val="dk1"/>
              </a:buClr>
              <a:buSzPts val="4800"/>
              <a:buNone/>
              <a:defRPr sz="4800"/>
            </a:lvl7pPr>
            <a:lvl8pPr lvl="7" algn="ctr">
              <a:lnSpc>
                <a:spcPct val="90000"/>
              </a:lnSpc>
              <a:spcBef>
                <a:spcPts val="1500"/>
              </a:spcBef>
              <a:spcAft>
                <a:spcPts val="0"/>
              </a:spcAft>
              <a:buClr>
                <a:schemeClr val="dk1"/>
              </a:buClr>
              <a:buSzPts val="4800"/>
              <a:buNone/>
              <a:defRPr sz="4800"/>
            </a:lvl8pPr>
            <a:lvl9pPr lvl="8" algn="ctr">
              <a:lnSpc>
                <a:spcPct val="90000"/>
              </a:lnSpc>
              <a:spcBef>
                <a:spcPts val="1500"/>
              </a:spcBef>
              <a:spcAft>
                <a:spcPts val="0"/>
              </a:spcAft>
              <a:buClr>
                <a:schemeClr val="dk1"/>
              </a:buClr>
              <a:buSzPts val="4800"/>
              <a:buNone/>
              <a:defRPr sz="4800"/>
            </a:lvl9pPr>
          </a:lstStyle>
          <a:p/>
        </p:txBody>
      </p:sp>
      <p:sp>
        <p:nvSpPr>
          <p:cNvPr id="14" name="Google Shape;14;p2"/>
          <p:cNvSpPr txBox="1"/>
          <p:nvPr>
            <p:ph idx="10" type="dt"/>
          </p:nvPr>
        </p:nvSpPr>
        <p:spPr>
          <a:xfrm>
            <a:off x="2514600" y="19069052"/>
            <a:ext cx="8229600" cy="109537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5" name="Google Shape;15;p2"/>
          <p:cNvSpPr txBox="1"/>
          <p:nvPr>
            <p:ph idx="11" type="ftr"/>
          </p:nvPr>
        </p:nvSpPr>
        <p:spPr>
          <a:xfrm>
            <a:off x="12115800" y="19069052"/>
            <a:ext cx="12344400" cy="109537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6" name="Google Shape;16;p2"/>
          <p:cNvSpPr txBox="1"/>
          <p:nvPr>
            <p:ph idx="12" type="sldNum"/>
          </p:nvPr>
        </p:nvSpPr>
        <p:spPr>
          <a:xfrm>
            <a:off x="25831800" y="19069052"/>
            <a:ext cx="8229600" cy="109537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17" name="Shape 17"/>
        <p:cNvGrpSpPr/>
        <p:nvPr/>
      </p:nvGrpSpPr>
      <p:grpSpPr>
        <a:xfrm>
          <a:off x="0" y="0"/>
          <a:ext cx="0" cy="0"/>
          <a:chOff x="0" y="0"/>
          <a:chExt cx="0" cy="0"/>
        </a:xfrm>
      </p:grpSpPr>
      <p:sp>
        <p:nvSpPr>
          <p:cNvPr id="18" name="Google Shape;18;p3"/>
          <p:cNvSpPr txBox="1"/>
          <p:nvPr>
            <p:ph type="title"/>
          </p:nvPr>
        </p:nvSpPr>
        <p:spPr>
          <a:xfrm>
            <a:off x="2514600" y="1095377"/>
            <a:ext cx="31546800" cy="3976689"/>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9" name="Google Shape;19;p3"/>
          <p:cNvSpPr txBox="1"/>
          <p:nvPr>
            <p:ph idx="1" type="body"/>
          </p:nvPr>
        </p:nvSpPr>
        <p:spPr>
          <a:xfrm>
            <a:off x="2514600" y="5476875"/>
            <a:ext cx="31546800" cy="13054014"/>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3000"/>
              </a:spcBef>
              <a:spcAft>
                <a:spcPts val="0"/>
              </a:spcAft>
              <a:buClr>
                <a:schemeClr val="dk1"/>
              </a:buClr>
              <a:buSzPts val="1800"/>
              <a:buChar char="•"/>
              <a:defRPr/>
            </a:lvl1pPr>
            <a:lvl2pPr indent="-342900" lvl="1" marL="914400" algn="l">
              <a:lnSpc>
                <a:spcPct val="90000"/>
              </a:lnSpc>
              <a:spcBef>
                <a:spcPts val="1500"/>
              </a:spcBef>
              <a:spcAft>
                <a:spcPts val="0"/>
              </a:spcAft>
              <a:buClr>
                <a:schemeClr val="dk1"/>
              </a:buClr>
              <a:buSzPts val="1800"/>
              <a:buChar char="•"/>
              <a:defRPr/>
            </a:lvl2pPr>
            <a:lvl3pPr indent="-342900" lvl="2" marL="1371600" algn="l">
              <a:lnSpc>
                <a:spcPct val="90000"/>
              </a:lnSpc>
              <a:spcBef>
                <a:spcPts val="1500"/>
              </a:spcBef>
              <a:spcAft>
                <a:spcPts val="0"/>
              </a:spcAft>
              <a:buClr>
                <a:schemeClr val="dk1"/>
              </a:buClr>
              <a:buSzPts val="1800"/>
              <a:buChar char="•"/>
              <a:defRPr/>
            </a:lvl3pPr>
            <a:lvl4pPr indent="-342900" lvl="3" marL="1828800" algn="l">
              <a:lnSpc>
                <a:spcPct val="90000"/>
              </a:lnSpc>
              <a:spcBef>
                <a:spcPts val="1500"/>
              </a:spcBef>
              <a:spcAft>
                <a:spcPts val="0"/>
              </a:spcAft>
              <a:buClr>
                <a:schemeClr val="dk1"/>
              </a:buClr>
              <a:buSzPts val="1800"/>
              <a:buChar char="•"/>
              <a:defRPr/>
            </a:lvl4pPr>
            <a:lvl5pPr indent="-342900" lvl="4" marL="2286000" algn="l">
              <a:lnSpc>
                <a:spcPct val="90000"/>
              </a:lnSpc>
              <a:spcBef>
                <a:spcPts val="1500"/>
              </a:spcBef>
              <a:spcAft>
                <a:spcPts val="0"/>
              </a:spcAft>
              <a:buClr>
                <a:schemeClr val="dk1"/>
              </a:buClr>
              <a:buSzPts val="1800"/>
              <a:buChar char="•"/>
              <a:defRPr/>
            </a:lvl5pPr>
            <a:lvl6pPr indent="-342900" lvl="5" marL="2743200" algn="l">
              <a:lnSpc>
                <a:spcPct val="90000"/>
              </a:lnSpc>
              <a:spcBef>
                <a:spcPts val="1500"/>
              </a:spcBef>
              <a:spcAft>
                <a:spcPts val="0"/>
              </a:spcAft>
              <a:buClr>
                <a:schemeClr val="dk1"/>
              </a:buClr>
              <a:buSzPts val="1800"/>
              <a:buChar char="•"/>
              <a:defRPr/>
            </a:lvl6pPr>
            <a:lvl7pPr indent="-342900" lvl="6" marL="3200400" algn="l">
              <a:lnSpc>
                <a:spcPct val="90000"/>
              </a:lnSpc>
              <a:spcBef>
                <a:spcPts val="1500"/>
              </a:spcBef>
              <a:spcAft>
                <a:spcPts val="0"/>
              </a:spcAft>
              <a:buClr>
                <a:schemeClr val="dk1"/>
              </a:buClr>
              <a:buSzPts val="1800"/>
              <a:buChar char="•"/>
              <a:defRPr/>
            </a:lvl7pPr>
            <a:lvl8pPr indent="-342900" lvl="7" marL="3657600" algn="l">
              <a:lnSpc>
                <a:spcPct val="90000"/>
              </a:lnSpc>
              <a:spcBef>
                <a:spcPts val="1500"/>
              </a:spcBef>
              <a:spcAft>
                <a:spcPts val="0"/>
              </a:spcAft>
              <a:buClr>
                <a:schemeClr val="dk1"/>
              </a:buClr>
              <a:buSzPts val="1800"/>
              <a:buChar char="•"/>
              <a:defRPr/>
            </a:lvl8pPr>
            <a:lvl9pPr indent="-342900" lvl="8" marL="4114800" algn="l">
              <a:lnSpc>
                <a:spcPct val="90000"/>
              </a:lnSpc>
              <a:spcBef>
                <a:spcPts val="1500"/>
              </a:spcBef>
              <a:spcAft>
                <a:spcPts val="0"/>
              </a:spcAft>
              <a:buClr>
                <a:schemeClr val="dk1"/>
              </a:buClr>
              <a:buSzPts val="1800"/>
              <a:buChar char="•"/>
              <a:defRPr/>
            </a:lvl9pPr>
          </a:lstStyle>
          <a:p/>
        </p:txBody>
      </p:sp>
      <p:sp>
        <p:nvSpPr>
          <p:cNvPr id="20" name="Google Shape;20;p3"/>
          <p:cNvSpPr txBox="1"/>
          <p:nvPr>
            <p:ph idx="10" type="dt"/>
          </p:nvPr>
        </p:nvSpPr>
        <p:spPr>
          <a:xfrm>
            <a:off x="2514600" y="19069052"/>
            <a:ext cx="8229600" cy="109537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1" name="Google Shape;21;p3"/>
          <p:cNvSpPr txBox="1"/>
          <p:nvPr>
            <p:ph idx="11" type="ftr"/>
          </p:nvPr>
        </p:nvSpPr>
        <p:spPr>
          <a:xfrm>
            <a:off x="12115800" y="19069052"/>
            <a:ext cx="12344400" cy="109537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2" name="Google Shape;22;p3"/>
          <p:cNvSpPr txBox="1"/>
          <p:nvPr>
            <p:ph idx="12" type="sldNum"/>
          </p:nvPr>
        </p:nvSpPr>
        <p:spPr>
          <a:xfrm>
            <a:off x="25831800" y="19069052"/>
            <a:ext cx="8229600" cy="109537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23" name="Shape 23"/>
        <p:cNvGrpSpPr/>
        <p:nvPr/>
      </p:nvGrpSpPr>
      <p:grpSpPr>
        <a:xfrm>
          <a:off x="0" y="0"/>
          <a:ext cx="0" cy="0"/>
          <a:chOff x="0" y="0"/>
          <a:chExt cx="0" cy="0"/>
        </a:xfrm>
      </p:grpSpPr>
      <p:sp>
        <p:nvSpPr>
          <p:cNvPr id="24" name="Google Shape;24;p4"/>
          <p:cNvSpPr txBox="1"/>
          <p:nvPr>
            <p:ph type="title"/>
          </p:nvPr>
        </p:nvSpPr>
        <p:spPr>
          <a:xfrm>
            <a:off x="2495550" y="5129216"/>
            <a:ext cx="31546800" cy="8558211"/>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18000"/>
              <a:buFont typeface="Calibri"/>
              <a:buNone/>
              <a:defRPr sz="18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5" name="Google Shape;25;p4"/>
          <p:cNvSpPr txBox="1"/>
          <p:nvPr>
            <p:ph idx="1" type="body"/>
          </p:nvPr>
        </p:nvSpPr>
        <p:spPr>
          <a:xfrm>
            <a:off x="2495550" y="13768391"/>
            <a:ext cx="31546800" cy="4500561"/>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3000"/>
              </a:spcBef>
              <a:spcAft>
                <a:spcPts val="0"/>
              </a:spcAft>
              <a:buClr>
                <a:srgbClr val="888888"/>
              </a:buClr>
              <a:buSzPts val="7200"/>
              <a:buNone/>
              <a:defRPr sz="7200">
                <a:solidFill>
                  <a:srgbClr val="888888"/>
                </a:solidFill>
              </a:defRPr>
            </a:lvl1pPr>
            <a:lvl2pPr indent="-228600" lvl="1" marL="914400" algn="l">
              <a:lnSpc>
                <a:spcPct val="90000"/>
              </a:lnSpc>
              <a:spcBef>
                <a:spcPts val="1500"/>
              </a:spcBef>
              <a:spcAft>
                <a:spcPts val="0"/>
              </a:spcAft>
              <a:buClr>
                <a:srgbClr val="888888"/>
              </a:buClr>
              <a:buSzPts val="6000"/>
              <a:buNone/>
              <a:defRPr sz="6000">
                <a:solidFill>
                  <a:srgbClr val="888888"/>
                </a:solidFill>
              </a:defRPr>
            </a:lvl2pPr>
            <a:lvl3pPr indent="-228600" lvl="2" marL="1371600" algn="l">
              <a:lnSpc>
                <a:spcPct val="90000"/>
              </a:lnSpc>
              <a:spcBef>
                <a:spcPts val="1500"/>
              </a:spcBef>
              <a:spcAft>
                <a:spcPts val="0"/>
              </a:spcAft>
              <a:buClr>
                <a:srgbClr val="888888"/>
              </a:buClr>
              <a:buSzPts val="5400"/>
              <a:buNone/>
              <a:defRPr sz="5400">
                <a:solidFill>
                  <a:srgbClr val="888888"/>
                </a:solidFill>
              </a:defRPr>
            </a:lvl3pPr>
            <a:lvl4pPr indent="-228600" lvl="3" marL="1828800" algn="l">
              <a:lnSpc>
                <a:spcPct val="90000"/>
              </a:lnSpc>
              <a:spcBef>
                <a:spcPts val="1500"/>
              </a:spcBef>
              <a:spcAft>
                <a:spcPts val="0"/>
              </a:spcAft>
              <a:buClr>
                <a:srgbClr val="888888"/>
              </a:buClr>
              <a:buSzPts val="4800"/>
              <a:buNone/>
              <a:defRPr sz="4800">
                <a:solidFill>
                  <a:srgbClr val="888888"/>
                </a:solidFill>
              </a:defRPr>
            </a:lvl4pPr>
            <a:lvl5pPr indent="-228600" lvl="4" marL="2286000" algn="l">
              <a:lnSpc>
                <a:spcPct val="90000"/>
              </a:lnSpc>
              <a:spcBef>
                <a:spcPts val="1500"/>
              </a:spcBef>
              <a:spcAft>
                <a:spcPts val="0"/>
              </a:spcAft>
              <a:buClr>
                <a:srgbClr val="888888"/>
              </a:buClr>
              <a:buSzPts val="4800"/>
              <a:buNone/>
              <a:defRPr sz="4800">
                <a:solidFill>
                  <a:srgbClr val="888888"/>
                </a:solidFill>
              </a:defRPr>
            </a:lvl5pPr>
            <a:lvl6pPr indent="-228600" lvl="5" marL="2743200" algn="l">
              <a:lnSpc>
                <a:spcPct val="90000"/>
              </a:lnSpc>
              <a:spcBef>
                <a:spcPts val="1500"/>
              </a:spcBef>
              <a:spcAft>
                <a:spcPts val="0"/>
              </a:spcAft>
              <a:buClr>
                <a:srgbClr val="888888"/>
              </a:buClr>
              <a:buSzPts val="4800"/>
              <a:buNone/>
              <a:defRPr sz="4800">
                <a:solidFill>
                  <a:srgbClr val="888888"/>
                </a:solidFill>
              </a:defRPr>
            </a:lvl6pPr>
            <a:lvl7pPr indent="-228600" lvl="6" marL="3200400" algn="l">
              <a:lnSpc>
                <a:spcPct val="90000"/>
              </a:lnSpc>
              <a:spcBef>
                <a:spcPts val="1500"/>
              </a:spcBef>
              <a:spcAft>
                <a:spcPts val="0"/>
              </a:spcAft>
              <a:buClr>
                <a:srgbClr val="888888"/>
              </a:buClr>
              <a:buSzPts val="4800"/>
              <a:buNone/>
              <a:defRPr sz="4800">
                <a:solidFill>
                  <a:srgbClr val="888888"/>
                </a:solidFill>
              </a:defRPr>
            </a:lvl7pPr>
            <a:lvl8pPr indent="-228600" lvl="7" marL="3657600" algn="l">
              <a:lnSpc>
                <a:spcPct val="90000"/>
              </a:lnSpc>
              <a:spcBef>
                <a:spcPts val="1500"/>
              </a:spcBef>
              <a:spcAft>
                <a:spcPts val="0"/>
              </a:spcAft>
              <a:buClr>
                <a:srgbClr val="888888"/>
              </a:buClr>
              <a:buSzPts val="4800"/>
              <a:buNone/>
              <a:defRPr sz="4800">
                <a:solidFill>
                  <a:srgbClr val="888888"/>
                </a:solidFill>
              </a:defRPr>
            </a:lvl8pPr>
            <a:lvl9pPr indent="-228600" lvl="8" marL="4114800" algn="l">
              <a:lnSpc>
                <a:spcPct val="90000"/>
              </a:lnSpc>
              <a:spcBef>
                <a:spcPts val="1500"/>
              </a:spcBef>
              <a:spcAft>
                <a:spcPts val="0"/>
              </a:spcAft>
              <a:buClr>
                <a:srgbClr val="888888"/>
              </a:buClr>
              <a:buSzPts val="4800"/>
              <a:buNone/>
              <a:defRPr sz="4800">
                <a:solidFill>
                  <a:srgbClr val="888888"/>
                </a:solidFill>
              </a:defRPr>
            </a:lvl9pPr>
          </a:lstStyle>
          <a:p/>
        </p:txBody>
      </p:sp>
      <p:sp>
        <p:nvSpPr>
          <p:cNvPr id="26" name="Google Shape;26;p4"/>
          <p:cNvSpPr txBox="1"/>
          <p:nvPr>
            <p:ph idx="10" type="dt"/>
          </p:nvPr>
        </p:nvSpPr>
        <p:spPr>
          <a:xfrm>
            <a:off x="2514600" y="19069052"/>
            <a:ext cx="8229600" cy="109537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7" name="Google Shape;27;p4"/>
          <p:cNvSpPr txBox="1"/>
          <p:nvPr>
            <p:ph idx="11" type="ftr"/>
          </p:nvPr>
        </p:nvSpPr>
        <p:spPr>
          <a:xfrm>
            <a:off x="12115800" y="19069052"/>
            <a:ext cx="12344400" cy="109537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8" name="Google Shape;28;p4"/>
          <p:cNvSpPr txBox="1"/>
          <p:nvPr>
            <p:ph idx="12" type="sldNum"/>
          </p:nvPr>
        </p:nvSpPr>
        <p:spPr>
          <a:xfrm>
            <a:off x="25831800" y="19069052"/>
            <a:ext cx="8229600" cy="109537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29" name="Shape 29"/>
        <p:cNvGrpSpPr/>
        <p:nvPr/>
      </p:nvGrpSpPr>
      <p:grpSpPr>
        <a:xfrm>
          <a:off x="0" y="0"/>
          <a:ext cx="0" cy="0"/>
          <a:chOff x="0" y="0"/>
          <a:chExt cx="0" cy="0"/>
        </a:xfrm>
      </p:grpSpPr>
      <p:sp>
        <p:nvSpPr>
          <p:cNvPr id="30" name="Google Shape;30;p5"/>
          <p:cNvSpPr txBox="1"/>
          <p:nvPr>
            <p:ph type="title"/>
          </p:nvPr>
        </p:nvSpPr>
        <p:spPr>
          <a:xfrm>
            <a:off x="2514600" y="1095377"/>
            <a:ext cx="31546800" cy="3976689"/>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1" name="Google Shape;31;p5"/>
          <p:cNvSpPr txBox="1"/>
          <p:nvPr>
            <p:ph idx="1" type="body"/>
          </p:nvPr>
        </p:nvSpPr>
        <p:spPr>
          <a:xfrm>
            <a:off x="2514600" y="5476875"/>
            <a:ext cx="15544800" cy="13054014"/>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3000"/>
              </a:spcBef>
              <a:spcAft>
                <a:spcPts val="0"/>
              </a:spcAft>
              <a:buClr>
                <a:schemeClr val="dk1"/>
              </a:buClr>
              <a:buSzPts val="1800"/>
              <a:buChar char="•"/>
              <a:defRPr/>
            </a:lvl1pPr>
            <a:lvl2pPr indent="-342900" lvl="1" marL="914400" algn="l">
              <a:lnSpc>
                <a:spcPct val="90000"/>
              </a:lnSpc>
              <a:spcBef>
                <a:spcPts val="1500"/>
              </a:spcBef>
              <a:spcAft>
                <a:spcPts val="0"/>
              </a:spcAft>
              <a:buClr>
                <a:schemeClr val="dk1"/>
              </a:buClr>
              <a:buSzPts val="1800"/>
              <a:buChar char="•"/>
              <a:defRPr/>
            </a:lvl2pPr>
            <a:lvl3pPr indent="-342900" lvl="2" marL="1371600" algn="l">
              <a:lnSpc>
                <a:spcPct val="90000"/>
              </a:lnSpc>
              <a:spcBef>
                <a:spcPts val="1500"/>
              </a:spcBef>
              <a:spcAft>
                <a:spcPts val="0"/>
              </a:spcAft>
              <a:buClr>
                <a:schemeClr val="dk1"/>
              </a:buClr>
              <a:buSzPts val="1800"/>
              <a:buChar char="•"/>
              <a:defRPr/>
            </a:lvl3pPr>
            <a:lvl4pPr indent="-342900" lvl="3" marL="1828800" algn="l">
              <a:lnSpc>
                <a:spcPct val="90000"/>
              </a:lnSpc>
              <a:spcBef>
                <a:spcPts val="1500"/>
              </a:spcBef>
              <a:spcAft>
                <a:spcPts val="0"/>
              </a:spcAft>
              <a:buClr>
                <a:schemeClr val="dk1"/>
              </a:buClr>
              <a:buSzPts val="1800"/>
              <a:buChar char="•"/>
              <a:defRPr/>
            </a:lvl4pPr>
            <a:lvl5pPr indent="-342900" lvl="4" marL="2286000" algn="l">
              <a:lnSpc>
                <a:spcPct val="90000"/>
              </a:lnSpc>
              <a:spcBef>
                <a:spcPts val="1500"/>
              </a:spcBef>
              <a:spcAft>
                <a:spcPts val="0"/>
              </a:spcAft>
              <a:buClr>
                <a:schemeClr val="dk1"/>
              </a:buClr>
              <a:buSzPts val="1800"/>
              <a:buChar char="•"/>
              <a:defRPr/>
            </a:lvl5pPr>
            <a:lvl6pPr indent="-342900" lvl="5" marL="2743200" algn="l">
              <a:lnSpc>
                <a:spcPct val="90000"/>
              </a:lnSpc>
              <a:spcBef>
                <a:spcPts val="1500"/>
              </a:spcBef>
              <a:spcAft>
                <a:spcPts val="0"/>
              </a:spcAft>
              <a:buClr>
                <a:schemeClr val="dk1"/>
              </a:buClr>
              <a:buSzPts val="1800"/>
              <a:buChar char="•"/>
              <a:defRPr/>
            </a:lvl6pPr>
            <a:lvl7pPr indent="-342900" lvl="6" marL="3200400" algn="l">
              <a:lnSpc>
                <a:spcPct val="90000"/>
              </a:lnSpc>
              <a:spcBef>
                <a:spcPts val="1500"/>
              </a:spcBef>
              <a:spcAft>
                <a:spcPts val="0"/>
              </a:spcAft>
              <a:buClr>
                <a:schemeClr val="dk1"/>
              </a:buClr>
              <a:buSzPts val="1800"/>
              <a:buChar char="•"/>
              <a:defRPr/>
            </a:lvl7pPr>
            <a:lvl8pPr indent="-342900" lvl="7" marL="3657600" algn="l">
              <a:lnSpc>
                <a:spcPct val="90000"/>
              </a:lnSpc>
              <a:spcBef>
                <a:spcPts val="1500"/>
              </a:spcBef>
              <a:spcAft>
                <a:spcPts val="0"/>
              </a:spcAft>
              <a:buClr>
                <a:schemeClr val="dk1"/>
              </a:buClr>
              <a:buSzPts val="1800"/>
              <a:buChar char="•"/>
              <a:defRPr/>
            </a:lvl8pPr>
            <a:lvl9pPr indent="-342900" lvl="8" marL="4114800" algn="l">
              <a:lnSpc>
                <a:spcPct val="90000"/>
              </a:lnSpc>
              <a:spcBef>
                <a:spcPts val="1500"/>
              </a:spcBef>
              <a:spcAft>
                <a:spcPts val="0"/>
              </a:spcAft>
              <a:buClr>
                <a:schemeClr val="dk1"/>
              </a:buClr>
              <a:buSzPts val="1800"/>
              <a:buChar char="•"/>
              <a:defRPr/>
            </a:lvl9pPr>
          </a:lstStyle>
          <a:p/>
        </p:txBody>
      </p:sp>
      <p:sp>
        <p:nvSpPr>
          <p:cNvPr id="32" name="Google Shape;32;p5"/>
          <p:cNvSpPr txBox="1"/>
          <p:nvPr>
            <p:ph idx="2" type="body"/>
          </p:nvPr>
        </p:nvSpPr>
        <p:spPr>
          <a:xfrm>
            <a:off x="18516600" y="5476875"/>
            <a:ext cx="15544800" cy="13054014"/>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3000"/>
              </a:spcBef>
              <a:spcAft>
                <a:spcPts val="0"/>
              </a:spcAft>
              <a:buClr>
                <a:schemeClr val="dk1"/>
              </a:buClr>
              <a:buSzPts val="1800"/>
              <a:buChar char="•"/>
              <a:defRPr/>
            </a:lvl1pPr>
            <a:lvl2pPr indent="-342900" lvl="1" marL="914400" algn="l">
              <a:lnSpc>
                <a:spcPct val="90000"/>
              </a:lnSpc>
              <a:spcBef>
                <a:spcPts val="1500"/>
              </a:spcBef>
              <a:spcAft>
                <a:spcPts val="0"/>
              </a:spcAft>
              <a:buClr>
                <a:schemeClr val="dk1"/>
              </a:buClr>
              <a:buSzPts val="1800"/>
              <a:buChar char="•"/>
              <a:defRPr/>
            </a:lvl2pPr>
            <a:lvl3pPr indent="-342900" lvl="2" marL="1371600" algn="l">
              <a:lnSpc>
                <a:spcPct val="90000"/>
              </a:lnSpc>
              <a:spcBef>
                <a:spcPts val="1500"/>
              </a:spcBef>
              <a:spcAft>
                <a:spcPts val="0"/>
              </a:spcAft>
              <a:buClr>
                <a:schemeClr val="dk1"/>
              </a:buClr>
              <a:buSzPts val="1800"/>
              <a:buChar char="•"/>
              <a:defRPr/>
            </a:lvl3pPr>
            <a:lvl4pPr indent="-342900" lvl="3" marL="1828800" algn="l">
              <a:lnSpc>
                <a:spcPct val="90000"/>
              </a:lnSpc>
              <a:spcBef>
                <a:spcPts val="1500"/>
              </a:spcBef>
              <a:spcAft>
                <a:spcPts val="0"/>
              </a:spcAft>
              <a:buClr>
                <a:schemeClr val="dk1"/>
              </a:buClr>
              <a:buSzPts val="1800"/>
              <a:buChar char="•"/>
              <a:defRPr/>
            </a:lvl4pPr>
            <a:lvl5pPr indent="-342900" lvl="4" marL="2286000" algn="l">
              <a:lnSpc>
                <a:spcPct val="90000"/>
              </a:lnSpc>
              <a:spcBef>
                <a:spcPts val="1500"/>
              </a:spcBef>
              <a:spcAft>
                <a:spcPts val="0"/>
              </a:spcAft>
              <a:buClr>
                <a:schemeClr val="dk1"/>
              </a:buClr>
              <a:buSzPts val="1800"/>
              <a:buChar char="•"/>
              <a:defRPr/>
            </a:lvl5pPr>
            <a:lvl6pPr indent="-342900" lvl="5" marL="2743200" algn="l">
              <a:lnSpc>
                <a:spcPct val="90000"/>
              </a:lnSpc>
              <a:spcBef>
                <a:spcPts val="1500"/>
              </a:spcBef>
              <a:spcAft>
                <a:spcPts val="0"/>
              </a:spcAft>
              <a:buClr>
                <a:schemeClr val="dk1"/>
              </a:buClr>
              <a:buSzPts val="1800"/>
              <a:buChar char="•"/>
              <a:defRPr/>
            </a:lvl6pPr>
            <a:lvl7pPr indent="-342900" lvl="6" marL="3200400" algn="l">
              <a:lnSpc>
                <a:spcPct val="90000"/>
              </a:lnSpc>
              <a:spcBef>
                <a:spcPts val="1500"/>
              </a:spcBef>
              <a:spcAft>
                <a:spcPts val="0"/>
              </a:spcAft>
              <a:buClr>
                <a:schemeClr val="dk1"/>
              </a:buClr>
              <a:buSzPts val="1800"/>
              <a:buChar char="•"/>
              <a:defRPr/>
            </a:lvl7pPr>
            <a:lvl8pPr indent="-342900" lvl="7" marL="3657600" algn="l">
              <a:lnSpc>
                <a:spcPct val="90000"/>
              </a:lnSpc>
              <a:spcBef>
                <a:spcPts val="1500"/>
              </a:spcBef>
              <a:spcAft>
                <a:spcPts val="0"/>
              </a:spcAft>
              <a:buClr>
                <a:schemeClr val="dk1"/>
              </a:buClr>
              <a:buSzPts val="1800"/>
              <a:buChar char="•"/>
              <a:defRPr/>
            </a:lvl8pPr>
            <a:lvl9pPr indent="-342900" lvl="8" marL="4114800" algn="l">
              <a:lnSpc>
                <a:spcPct val="90000"/>
              </a:lnSpc>
              <a:spcBef>
                <a:spcPts val="1500"/>
              </a:spcBef>
              <a:spcAft>
                <a:spcPts val="0"/>
              </a:spcAft>
              <a:buClr>
                <a:schemeClr val="dk1"/>
              </a:buClr>
              <a:buSzPts val="1800"/>
              <a:buChar char="•"/>
              <a:defRPr/>
            </a:lvl9pPr>
          </a:lstStyle>
          <a:p/>
        </p:txBody>
      </p:sp>
      <p:sp>
        <p:nvSpPr>
          <p:cNvPr id="33" name="Google Shape;33;p5"/>
          <p:cNvSpPr txBox="1"/>
          <p:nvPr>
            <p:ph idx="10" type="dt"/>
          </p:nvPr>
        </p:nvSpPr>
        <p:spPr>
          <a:xfrm>
            <a:off x="2514600" y="19069052"/>
            <a:ext cx="8229600" cy="109537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4" name="Google Shape;34;p5"/>
          <p:cNvSpPr txBox="1"/>
          <p:nvPr>
            <p:ph idx="11" type="ftr"/>
          </p:nvPr>
        </p:nvSpPr>
        <p:spPr>
          <a:xfrm>
            <a:off x="12115800" y="19069052"/>
            <a:ext cx="12344400" cy="109537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5" name="Google Shape;35;p5"/>
          <p:cNvSpPr txBox="1"/>
          <p:nvPr>
            <p:ph idx="12" type="sldNum"/>
          </p:nvPr>
        </p:nvSpPr>
        <p:spPr>
          <a:xfrm>
            <a:off x="25831800" y="19069052"/>
            <a:ext cx="8229600" cy="109537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36" name="Shape 36"/>
        <p:cNvGrpSpPr/>
        <p:nvPr/>
      </p:nvGrpSpPr>
      <p:grpSpPr>
        <a:xfrm>
          <a:off x="0" y="0"/>
          <a:ext cx="0" cy="0"/>
          <a:chOff x="0" y="0"/>
          <a:chExt cx="0" cy="0"/>
        </a:xfrm>
      </p:grpSpPr>
      <p:sp>
        <p:nvSpPr>
          <p:cNvPr id="37" name="Google Shape;37;p6"/>
          <p:cNvSpPr txBox="1"/>
          <p:nvPr>
            <p:ph type="title"/>
          </p:nvPr>
        </p:nvSpPr>
        <p:spPr>
          <a:xfrm>
            <a:off x="2519364" y="1095377"/>
            <a:ext cx="31546800" cy="3976689"/>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8" name="Google Shape;38;p6"/>
          <p:cNvSpPr txBox="1"/>
          <p:nvPr>
            <p:ph idx="1" type="body"/>
          </p:nvPr>
        </p:nvSpPr>
        <p:spPr>
          <a:xfrm>
            <a:off x="2519366" y="5043489"/>
            <a:ext cx="15473361" cy="2471736"/>
          </a:xfrm>
          <a:prstGeom prst="rect">
            <a:avLst/>
          </a:prstGeom>
          <a:noFill/>
          <a:ln>
            <a:noFill/>
          </a:ln>
        </p:spPr>
        <p:txBody>
          <a:bodyPr anchorCtr="0" anchor="b" bIns="45700" lIns="91425" spcFirstLastPara="1" rIns="91425" wrap="square" tIns="45700">
            <a:normAutofit/>
          </a:bodyPr>
          <a:lstStyle>
            <a:lvl1pPr indent="-228600" lvl="0" marL="457200" algn="l">
              <a:lnSpc>
                <a:spcPct val="90000"/>
              </a:lnSpc>
              <a:spcBef>
                <a:spcPts val="3000"/>
              </a:spcBef>
              <a:spcAft>
                <a:spcPts val="0"/>
              </a:spcAft>
              <a:buClr>
                <a:schemeClr val="dk1"/>
              </a:buClr>
              <a:buSzPts val="7200"/>
              <a:buNone/>
              <a:defRPr b="1" sz="7200"/>
            </a:lvl1pPr>
            <a:lvl2pPr indent="-228600" lvl="1" marL="914400" algn="l">
              <a:lnSpc>
                <a:spcPct val="90000"/>
              </a:lnSpc>
              <a:spcBef>
                <a:spcPts val="1500"/>
              </a:spcBef>
              <a:spcAft>
                <a:spcPts val="0"/>
              </a:spcAft>
              <a:buClr>
                <a:schemeClr val="dk1"/>
              </a:buClr>
              <a:buSzPts val="6000"/>
              <a:buNone/>
              <a:defRPr b="1" sz="6000"/>
            </a:lvl2pPr>
            <a:lvl3pPr indent="-228600" lvl="2" marL="1371600" algn="l">
              <a:lnSpc>
                <a:spcPct val="90000"/>
              </a:lnSpc>
              <a:spcBef>
                <a:spcPts val="1500"/>
              </a:spcBef>
              <a:spcAft>
                <a:spcPts val="0"/>
              </a:spcAft>
              <a:buClr>
                <a:schemeClr val="dk1"/>
              </a:buClr>
              <a:buSzPts val="5400"/>
              <a:buNone/>
              <a:defRPr b="1" sz="5400"/>
            </a:lvl3pPr>
            <a:lvl4pPr indent="-228600" lvl="3" marL="1828800" algn="l">
              <a:lnSpc>
                <a:spcPct val="90000"/>
              </a:lnSpc>
              <a:spcBef>
                <a:spcPts val="1500"/>
              </a:spcBef>
              <a:spcAft>
                <a:spcPts val="0"/>
              </a:spcAft>
              <a:buClr>
                <a:schemeClr val="dk1"/>
              </a:buClr>
              <a:buSzPts val="4800"/>
              <a:buNone/>
              <a:defRPr b="1" sz="4800"/>
            </a:lvl4pPr>
            <a:lvl5pPr indent="-228600" lvl="4" marL="2286000" algn="l">
              <a:lnSpc>
                <a:spcPct val="90000"/>
              </a:lnSpc>
              <a:spcBef>
                <a:spcPts val="1500"/>
              </a:spcBef>
              <a:spcAft>
                <a:spcPts val="0"/>
              </a:spcAft>
              <a:buClr>
                <a:schemeClr val="dk1"/>
              </a:buClr>
              <a:buSzPts val="4800"/>
              <a:buNone/>
              <a:defRPr b="1" sz="4800"/>
            </a:lvl5pPr>
            <a:lvl6pPr indent="-228600" lvl="5" marL="2743200" algn="l">
              <a:lnSpc>
                <a:spcPct val="90000"/>
              </a:lnSpc>
              <a:spcBef>
                <a:spcPts val="1500"/>
              </a:spcBef>
              <a:spcAft>
                <a:spcPts val="0"/>
              </a:spcAft>
              <a:buClr>
                <a:schemeClr val="dk1"/>
              </a:buClr>
              <a:buSzPts val="4800"/>
              <a:buNone/>
              <a:defRPr b="1" sz="4800"/>
            </a:lvl6pPr>
            <a:lvl7pPr indent="-228600" lvl="6" marL="3200400" algn="l">
              <a:lnSpc>
                <a:spcPct val="90000"/>
              </a:lnSpc>
              <a:spcBef>
                <a:spcPts val="1500"/>
              </a:spcBef>
              <a:spcAft>
                <a:spcPts val="0"/>
              </a:spcAft>
              <a:buClr>
                <a:schemeClr val="dk1"/>
              </a:buClr>
              <a:buSzPts val="4800"/>
              <a:buNone/>
              <a:defRPr b="1" sz="4800"/>
            </a:lvl7pPr>
            <a:lvl8pPr indent="-228600" lvl="7" marL="3657600" algn="l">
              <a:lnSpc>
                <a:spcPct val="90000"/>
              </a:lnSpc>
              <a:spcBef>
                <a:spcPts val="1500"/>
              </a:spcBef>
              <a:spcAft>
                <a:spcPts val="0"/>
              </a:spcAft>
              <a:buClr>
                <a:schemeClr val="dk1"/>
              </a:buClr>
              <a:buSzPts val="4800"/>
              <a:buNone/>
              <a:defRPr b="1" sz="4800"/>
            </a:lvl8pPr>
            <a:lvl9pPr indent="-228600" lvl="8" marL="4114800" algn="l">
              <a:lnSpc>
                <a:spcPct val="90000"/>
              </a:lnSpc>
              <a:spcBef>
                <a:spcPts val="1500"/>
              </a:spcBef>
              <a:spcAft>
                <a:spcPts val="0"/>
              </a:spcAft>
              <a:buClr>
                <a:schemeClr val="dk1"/>
              </a:buClr>
              <a:buSzPts val="4800"/>
              <a:buNone/>
              <a:defRPr b="1" sz="4800"/>
            </a:lvl9pPr>
          </a:lstStyle>
          <a:p/>
        </p:txBody>
      </p:sp>
      <p:sp>
        <p:nvSpPr>
          <p:cNvPr id="39" name="Google Shape;39;p6"/>
          <p:cNvSpPr txBox="1"/>
          <p:nvPr>
            <p:ph idx="2" type="body"/>
          </p:nvPr>
        </p:nvSpPr>
        <p:spPr>
          <a:xfrm>
            <a:off x="2519366" y="7515225"/>
            <a:ext cx="15473361" cy="11053764"/>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3000"/>
              </a:spcBef>
              <a:spcAft>
                <a:spcPts val="0"/>
              </a:spcAft>
              <a:buClr>
                <a:schemeClr val="dk1"/>
              </a:buClr>
              <a:buSzPts val="1800"/>
              <a:buChar char="•"/>
              <a:defRPr/>
            </a:lvl1pPr>
            <a:lvl2pPr indent="-342900" lvl="1" marL="914400" algn="l">
              <a:lnSpc>
                <a:spcPct val="90000"/>
              </a:lnSpc>
              <a:spcBef>
                <a:spcPts val="1500"/>
              </a:spcBef>
              <a:spcAft>
                <a:spcPts val="0"/>
              </a:spcAft>
              <a:buClr>
                <a:schemeClr val="dk1"/>
              </a:buClr>
              <a:buSzPts val="1800"/>
              <a:buChar char="•"/>
              <a:defRPr/>
            </a:lvl2pPr>
            <a:lvl3pPr indent="-342900" lvl="2" marL="1371600" algn="l">
              <a:lnSpc>
                <a:spcPct val="90000"/>
              </a:lnSpc>
              <a:spcBef>
                <a:spcPts val="1500"/>
              </a:spcBef>
              <a:spcAft>
                <a:spcPts val="0"/>
              </a:spcAft>
              <a:buClr>
                <a:schemeClr val="dk1"/>
              </a:buClr>
              <a:buSzPts val="1800"/>
              <a:buChar char="•"/>
              <a:defRPr/>
            </a:lvl3pPr>
            <a:lvl4pPr indent="-342900" lvl="3" marL="1828800" algn="l">
              <a:lnSpc>
                <a:spcPct val="90000"/>
              </a:lnSpc>
              <a:spcBef>
                <a:spcPts val="1500"/>
              </a:spcBef>
              <a:spcAft>
                <a:spcPts val="0"/>
              </a:spcAft>
              <a:buClr>
                <a:schemeClr val="dk1"/>
              </a:buClr>
              <a:buSzPts val="1800"/>
              <a:buChar char="•"/>
              <a:defRPr/>
            </a:lvl4pPr>
            <a:lvl5pPr indent="-342900" lvl="4" marL="2286000" algn="l">
              <a:lnSpc>
                <a:spcPct val="90000"/>
              </a:lnSpc>
              <a:spcBef>
                <a:spcPts val="1500"/>
              </a:spcBef>
              <a:spcAft>
                <a:spcPts val="0"/>
              </a:spcAft>
              <a:buClr>
                <a:schemeClr val="dk1"/>
              </a:buClr>
              <a:buSzPts val="1800"/>
              <a:buChar char="•"/>
              <a:defRPr/>
            </a:lvl5pPr>
            <a:lvl6pPr indent="-342900" lvl="5" marL="2743200" algn="l">
              <a:lnSpc>
                <a:spcPct val="90000"/>
              </a:lnSpc>
              <a:spcBef>
                <a:spcPts val="1500"/>
              </a:spcBef>
              <a:spcAft>
                <a:spcPts val="0"/>
              </a:spcAft>
              <a:buClr>
                <a:schemeClr val="dk1"/>
              </a:buClr>
              <a:buSzPts val="1800"/>
              <a:buChar char="•"/>
              <a:defRPr/>
            </a:lvl6pPr>
            <a:lvl7pPr indent="-342900" lvl="6" marL="3200400" algn="l">
              <a:lnSpc>
                <a:spcPct val="90000"/>
              </a:lnSpc>
              <a:spcBef>
                <a:spcPts val="1500"/>
              </a:spcBef>
              <a:spcAft>
                <a:spcPts val="0"/>
              </a:spcAft>
              <a:buClr>
                <a:schemeClr val="dk1"/>
              </a:buClr>
              <a:buSzPts val="1800"/>
              <a:buChar char="•"/>
              <a:defRPr/>
            </a:lvl7pPr>
            <a:lvl8pPr indent="-342900" lvl="7" marL="3657600" algn="l">
              <a:lnSpc>
                <a:spcPct val="90000"/>
              </a:lnSpc>
              <a:spcBef>
                <a:spcPts val="1500"/>
              </a:spcBef>
              <a:spcAft>
                <a:spcPts val="0"/>
              </a:spcAft>
              <a:buClr>
                <a:schemeClr val="dk1"/>
              </a:buClr>
              <a:buSzPts val="1800"/>
              <a:buChar char="•"/>
              <a:defRPr/>
            </a:lvl8pPr>
            <a:lvl9pPr indent="-342900" lvl="8" marL="4114800" algn="l">
              <a:lnSpc>
                <a:spcPct val="90000"/>
              </a:lnSpc>
              <a:spcBef>
                <a:spcPts val="1500"/>
              </a:spcBef>
              <a:spcAft>
                <a:spcPts val="0"/>
              </a:spcAft>
              <a:buClr>
                <a:schemeClr val="dk1"/>
              </a:buClr>
              <a:buSzPts val="1800"/>
              <a:buChar char="•"/>
              <a:defRPr/>
            </a:lvl9pPr>
          </a:lstStyle>
          <a:p/>
        </p:txBody>
      </p:sp>
      <p:sp>
        <p:nvSpPr>
          <p:cNvPr id="40" name="Google Shape;40;p6"/>
          <p:cNvSpPr txBox="1"/>
          <p:nvPr>
            <p:ph idx="3" type="body"/>
          </p:nvPr>
        </p:nvSpPr>
        <p:spPr>
          <a:xfrm>
            <a:off x="18516600" y="5043489"/>
            <a:ext cx="15549564" cy="2471736"/>
          </a:xfrm>
          <a:prstGeom prst="rect">
            <a:avLst/>
          </a:prstGeom>
          <a:noFill/>
          <a:ln>
            <a:noFill/>
          </a:ln>
        </p:spPr>
        <p:txBody>
          <a:bodyPr anchorCtr="0" anchor="b" bIns="45700" lIns="91425" spcFirstLastPara="1" rIns="91425" wrap="square" tIns="45700">
            <a:normAutofit/>
          </a:bodyPr>
          <a:lstStyle>
            <a:lvl1pPr indent="-228600" lvl="0" marL="457200" algn="l">
              <a:lnSpc>
                <a:spcPct val="90000"/>
              </a:lnSpc>
              <a:spcBef>
                <a:spcPts val="3000"/>
              </a:spcBef>
              <a:spcAft>
                <a:spcPts val="0"/>
              </a:spcAft>
              <a:buClr>
                <a:schemeClr val="dk1"/>
              </a:buClr>
              <a:buSzPts val="7200"/>
              <a:buNone/>
              <a:defRPr b="1" sz="7200"/>
            </a:lvl1pPr>
            <a:lvl2pPr indent="-228600" lvl="1" marL="914400" algn="l">
              <a:lnSpc>
                <a:spcPct val="90000"/>
              </a:lnSpc>
              <a:spcBef>
                <a:spcPts val="1500"/>
              </a:spcBef>
              <a:spcAft>
                <a:spcPts val="0"/>
              </a:spcAft>
              <a:buClr>
                <a:schemeClr val="dk1"/>
              </a:buClr>
              <a:buSzPts val="6000"/>
              <a:buNone/>
              <a:defRPr b="1" sz="6000"/>
            </a:lvl2pPr>
            <a:lvl3pPr indent="-228600" lvl="2" marL="1371600" algn="l">
              <a:lnSpc>
                <a:spcPct val="90000"/>
              </a:lnSpc>
              <a:spcBef>
                <a:spcPts val="1500"/>
              </a:spcBef>
              <a:spcAft>
                <a:spcPts val="0"/>
              </a:spcAft>
              <a:buClr>
                <a:schemeClr val="dk1"/>
              </a:buClr>
              <a:buSzPts val="5400"/>
              <a:buNone/>
              <a:defRPr b="1" sz="5400"/>
            </a:lvl3pPr>
            <a:lvl4pPr indent="-228600" lvl="3" marL="1828800" algn="l">
              <a:lnSpc>
                <a:spcPct val="90000"/>
              </a:lnSpc>
              <a:spcBef>
                <a:spcPts val="1500"/>
              </a:spcBef>
              <a:spcAft>
                <a:spcPts val="0"/>
              </a:spcAft>
              <a:buClr>
                <a:schemeClr val="dk1"/>
              </a:buClr>
              <a:buSzPts val="4800"/>
              <a:buNone/>
              <a:defRPr b="1" sz="4800"/>
            </a:lvl4pPr>
            <a:lvl5pPr indent="-228600" lvl="4" marL="2286000" algn="l">
              <a:lnSpc>
                <a:spcPct val="90000"/>
              </a:lnSpc>
              <a:spcBef>
                <a:spcPts val="1500"/>
              </a:spcBef>
              <a:spcAft>
                <a:spcPts val="0"/>
              </a:spcAft>
              <a:buClr>
                <a:schemeClr val="dk1"/>
              </a:buClr>
              <a:buSzPts val="4800"/>
              <a:buNone/>
              <a:defRPr b="1" sz="4800"/>
            </a:lvl5pPr>
            <a:lvl6pPr indent="-228600" lvl="5" marL="2743200" algn="l">
              <a:lnSpc>
                <a:spcPct val="90000"/>
              </a:lnSpc>
              <a:spcBef>
                <a:spcPts val="1500"/>
              </a:spcBef>
              <a:spcAft>
                <a:spcPts val="0"/>
              </a:spcAft>
              <a:buClr>
                <a:schemeClr val="dk1"/>
              </a:buClr>
              <a:buSzPts val="4800"/>
              <a:buNone/>
              <a:defRPr b="1" sz="4800"/>
            </a:lvl6pPr>
            <a:lvl7pPr indent="-228600" lvl="6" marL="3200400" algn="l">
              <a:lnSpc>
                <a:spcPct val="90000"/>
              </a:lnSpc>
              <a:spcBef>
                <a:spcPts val="1500"/>
              </a:spcBef>
              <a:spcAft>
                <a:spcPts val="0"/>
              </a:spcAft>
              <a:buClr>
                <a:schemeClr val="dk1"/>
              </a:buClr>
              <a:buSzPts val="4800"/>
              <a:buNone/>
              <a:defRPr b="1" sz="4800"/>
            </a:lvl7pPr>
            <a:lvl8pPr indent="-228600" lvl="7" marL="3657600" algn="l">
              <a:lnSpc>
                <a:spcPct val="90000"/>
              </a:lnSpc>
              <a:spcBef>
                <a:spcPts val="1500"/>
              </a:spcBef>
              <a:spcAft>
                <a:spcPts val="0"/>
              </a:spcAft>
              <a:buClr>
                <a:schemeClr val="dk1"/>
              </a:buClr>
              <a:buSzPts val="4800"/>
              <a:buNone/>
              <a:defRPr b="1" sz="4800"/>
            </a:lvl8pPr>
            <a:lvl9pPr indent="-228600" lvl="8" marL="4114800" algn="l">
              <a:lnSpc>
                <a:spcPct val="90000"/>
              </a:lnSpc>
              <a:spcBef>
                <a:spcPts val="1500"/>
              </a:spcBef>
              <a:spcAft>
                <a:spcPts val="0"/>
              </a:spcAft>
              <a:buClr>
                <a:schemeClr val="dk1"/>
              </a:buClr>
              <a:buSzPts val="4800"/>
              <a:buNone/>
              <a:defRPr b="1" sz="4800"/>
            </a:lvl9pPr>
          </a:lstStyle>
          <a:p/>
        </p:txBody>
      </p:sp>
      <p:sp>
        <p:nvSpPr>
          <p:cNvPr id="41" name="Google Shape;41;p6"/>
          <p:cNvSpPr txBox="1"/>
          <p:nvPr>
            <p:ph idx="4" type="body"/>
          </p:nvPr>
        </p:nvSpPr>
        <p:spPr>
          <a:xfrm>
            <a:off x="18516600" y="7515225"/>
            <a:ext cx="15549564" cy="11053764"/>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3000"/>
              </a:spcBef>
              <a:spcAft>
                <a:spcPts val="0"/>
              </a:spcAft>
              <a:buClr>
                <a:schemeClr val="dk1"/>
              </a:buClr>
              <a:buSzPts val="1800"/>
              <a:buChar char="•"/>
              <a:defRPr/>
            </a:lvl1pPr>
            <a:lvl2pPr indent="-342900" lvl="1" marL="914400" algn="l">
              <a:lnSpc>
                <a:spcPct val="90000"/>
              </a:lnSpc>
              <a:spcBef>
                <a:spcPts val="1500"/>
              </a:spcBef>
              <a:spcAft>
                <a:spcPts val="0"/>
              </a:spcAft>
              <a:buClr>
                <a:schemeClr val="dk1"/>
              </a:buClr>
              <a:buSzPts val="1800"/>
              <a:buChar char="•"/>
              <a:defRPr/>
            </a:lvl2pPr>
            <a:lvl3pPr indent="-342900" lvl="2" marL="1371600" algn="l">
              <a:lnSpc>
                <a:spcPct val="90000"/>
              </a:lnSpc>
              <a:spcBef>
                <a:spcPts val="1500"/>
              </a:spcBef>
              <a:spcAft>
                <a:spcPts val="0"/>
              </a:spcAft>
              <a:buClr>
                <a:schemeClr val="dk1"/>
              </a:buClr>
              <a:buSzPts val="1800"/>
              <a:buChar char="•"/>
              <a:defRPr/>
            </a:lvl3pPr>
            <a:lvl4pPr indent="-342900" lvl="3" marL="1828800" algn="l">
              <a:lnSpc>
                <a:spcPct val="90000"/>
              </a:lnSpc>
              <a:spcBef>
                <a:spcPts val="1500"/>
              </a:spcBef>
              <a:spcAft>
                <a:spcPts val="0"/>
              </a:spcAft>
              <a:buClr>
                <a:schemeClr val="dk1"/>
              </a:buClr>
              <a:buSzPts val="1800"/>
              <a:buChar char="•"/>
              <a:defRPr/>
            </a:lvl4pPr>
            <a:lvl5pPr indent="-342900" lvl="4" marL="2286000" algn="l">
              <a:lnSpc>
                <a:spcPct val="90000"/>
              </a:lnSpc>
              <a:spcBef>
                <a:spcPts val="1500"/>
              </a:spcBef>
              <a:spcAft>
                <a:spcPts val="0"/>
              </a:spcAft>
              <a:buClr>
                <a:schemeClr val="dk1"/>
              </a:buClr>
              <a:buSzPts val="1800"/>
              <a:buChar char="•"/>
              <a:defRPr/>
            </a:lvl5pPr>
            <a:lvl6pPr indent="-342900" lvl="5" marL="2743200" algn="l">
              <a:lnSpc>
                <a:spcPct val="90000"/>
              </a:lnSpc>
              <a:spcBef>
                <a:spcPts val="1500"/>
              </a:spcBef>
              <a:spcAft>
                <a:spcPts val="0"/>
              </a:spcAft>
              <a:buClr>
                <a:schemeClr val="dk1"/>
              </a:buClr>
              <a:buSzPts val="1800"/>
              <a:buChar char="•"/>
              <a:defRPr/>
            </a:lvl6pPr>
            <a:lvl7pPr indent="-342900" lvl="6" marL="3200400" algn="l">
              <a:lnSpc>
                <a:spcPct val="90000"/>
              </a:lnSpc>
              <a:spcBef>
                <a:spcPts val="1500"/>
              </a:spcBef>
              <a:spcAft>
                <a:spcPts val="0"/>
              </a:spcAft>
              <a:buClr>
                <a:schemeClr val="dk1"/>
              </a:buClr>
              <a:buSzPts val="1800"/>
              <a:buChar char="•"/>
              <a:defRPr/>
            </a:lvl7pPr>
            <a:lvl8pPr indent="-342900" lvl="7" marL="3657600" algn="l">
              <a:lnSpc>
                <a:spcPct val="90000"/>
              </a:lnSpc>
              <a:spcBef>
                <a:spcPts val="1500"/>
              </a:spcBef>
              <a:spcAft>
                <a:spcPts val="0"/>
              </a:spcAft>
              <a:buClr>
                <a:schemeClr val="dk1"/>
              </a:buClr>
              <a:buSzPts val="1800"/>
              <a:buChar char="•"/>
              <a:defRPr/>
            </a:lvl8pPr>
            <a:lvl9pPr indent="-342900" lvl="8" marL="4114800" algn="l">
              <a:lnSpc>
                <a:spcPct val="90000"/>
              </a:lnSpc>
              <a:spcBef>
                <a:spcPts val="1500"/>
              </a:spcBef>
              <a:spcAft>
                <a:spcPts val="0"/>
              </a:spcAft>
              <a:buClr>
                <a:schemeClr val="dk1"/>
              </a:buClr>
              <a:buSzPts val="1800"/>
              <a:buChar char="•"/>
              <a:defRPr/>
            </a:lvl9pPr>
          </a:lstStyle>
          <a:p/>
        </p:txBody>
      </p:sp>
      <p:sp>
        <p:nvSpPr>
          <p:cNvPr id="42" name="Google Shape;42;p6"/>
          <p:cNvSpPr txBox="1"/>
          <p:nvPr>
            <p:ph idx="10" type="dt"/>
          </p:nvPr>
        </p:nvSpPr>
        <p:spPr>
          <a:xfrm>
            <a:off x="2514600" y="19069052"/>
            <a:ext cx="8229600" cy="109537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3" name="Google Shape;43;p6"/>
          <p:cNvSpPr txBox="1"/>
          <p:nvPr>
            <p:ph idx="11" type="ftr"/>
          </p:nvPr>
        </p:nvSpPr>
        <p:spPr>
          <a:xfrm>
            <a:off x="12115800" y="19069052"/>
            <a:ext cx="12344400" cy="109537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4" name="Google Shape;44;p6"/>
          <p:cNvSpPr txBox="1"/>
          <p:nvPr>
            <p:ph idx="12" type="sldNum"/>
          </p:nvPr>
        </p:nvSpPr>
        <p:spPr>
          <a:xfrm>
            <a:off x="25831800" y="19069052"/>
            <a:ext cx="8229600" cy="109537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45" name="Shape 45"/>
        <p:cNvGrpSpPr/>
        <p:nvPr/>
      </p:nvGrpSpPr>
      <p:grpSpPr>
        <a:xfrm>
          <a:off x="0" y="0"/>
          <a:ext cx="0" cy="0"/>
          <a:chOff x="0" y="0"/>
          <a:chExt cx="0" cy="0"/>
        </a:xfrm>
      </p:grpSpPr>
      <p:sp>
        <p:nvSpPr>
          <p:cNvPr id="46" name="Google Shape;46;p7"/>
          <p:cNvSpPr txBox="1"/>
          <p:nvPr>
            <p:ph type="title"/>
          </p:nvPr>
        </p:nvSpPr>
        <p:spPr>
          <a:xfrm>
            <a:off x="2514600" y="1095377"/>
            <a:ext cx="31546800" cy="3976689"/>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7" name="Google Shape;47;p7"/>
          <p:cNvSpPr txBox="1"/>
          <p:nvPr>
            <p:ph idx="10" type="dt"/>
          </p:nvPr>
        </p:nvSpPr>
        <p:spPr>
          <a:xfrm>
            <a:off x="2514600" y="19069052"/>
            <a:ext cx="8229600" cy="109537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8" name="Google Shape;48;p7"/>
          <p:cNvSpPr txBox="1"/>
          <p:nvPr>
            <p:ph idx="11" type="ftr"/>
          </p:nvPr>
        </p:nvSpPr>
        <p:spPr>
          <a:xfrm>
            <a:off x="12115800" y="19069052"/>
            <a:ext cx="12344400" cy="109537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9" name="Google Shape;49;p7"/>
          <p:cNvSpPr txBox="1"/>
          <p:nvPr>
            <p:ph idx="12" type="sldNum"/>
          </p:nvPr>
        </p:nvSpPr>
        <p:spPr>
          <a:xfrm>
            <a:off x="25831800" y="19069052"/>
            <a:ext cx="8229600" cy="109537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50" name="Shape 50"/>
        <p:cNvGrpSpPr/>
        <p:nvPr/>
      </p:nvGrpSpPr>
      <p:grpSpPr>
        <a:xfrm>
          <a:off x="0" y="0"/>
          <a:ext cx="0" cy="0"/>
          <a:chOff x="0" y="0"/>
          <a:chExt cx="0" cy="0"/>
        </a:xfrm>
      </p:grpSpPr>
      <p:sp>
        <p:nvSpPr>
          <p:cNvPr id="51" name="Google Shape;51;p8"/>
          <p:cNvSpPr txBox="1"/>
          <p:nvPr>
            <p:ph idx="10" type="dt"/>
          </p:nvPr>
        </p:nvSpPr>
        <p:spPr>
          <a:xfrm>
            <a:off x="2514600" y="19069052"/>
            <a:ext cx="8229600" cy="109537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2" name="Google Shape;52;p8"/>
          <p:cNvSpPr txBox="1"/>
          <p:nvPr>
            <p:ph idx="11" type="ftr"/>
          </p:nvPr>
        </p:nvSpPr>
        <p:spPr>
          <a:xfrm>
            <a:off x="12115800" y="19069052"/>
            <a:ext cx="12344400" cy="109537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3" name="Google Shape;53;p8"/>
          <p:cNvSpPr txBox="1"/>
          <p:nvPr>
            <p:ph idx="12" type="sldNum"/>
          </p:nvPr>
        </p:nvSpPr>
        <p:spPr>
          <a:xfrm>
            <a:off x="25831800" y="19069052"/>
            <a:ext cx="8229600" cy="109537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54" name="Shape 54"/>
        <p:cNvGrpSpPr/>
        <p:nvPr/>
      </p:nvGrpSpPr>
      <p:grpSpPr>
        <a:xfrm>
          <a:off x="0" y="0"/>
          <a:ext cx="0" cy="0"/>
          <a:chOff x="0" y="0"/>
          <a:chExt cx="0" cy="0"/>
        </a:xfrm>
      </p:grpSpPr>
      <p:sp>
        <p:nvSpPr>
          <p:cNvPr id="55" name="Google Shape;55;p9"/>
          <p:cNvSpPr txBox="1"/>
          <p:nvPr>
            <p:ph type="title"/>
          </p:nvPr>
        </p:nvSpPr>
        <p:spPr>
          <a:xfrm>
            <a:off x="2519366" y="1371600"/>
            <a:ext cx="11796711" cy="4800600"/>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9600"/>
              <a:buFont typeface="Calibri"/>
              <a:buNone/>
              <a:defRPr sz="96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6" name="Google Shape;56;p9"/>
          <p:cNvSpPr txBox="1"/>
          <p:nvPr>
            <p:ph idx="1" type="body"/>
          </p:nvPr>
        </p:nvSpPr>
        <p:spPr>
          <a:xfrm>
            <a:off x="15549564" y="2962277"/>
            <a:ext cx="18516600" cy="14620875"/>
          </a:xfrm>
          <a:prstGeom prst="rect">
            <a:avLst/>
          </a:prstGeom>
          <a:noFill/>
          <a:ln>
            <a:noFill/>
          </a:ln>
        </p:spPr>
        <p:txBody>
          <a:bodyPr anchorCtr="0" anchor="t" bIns="45700" lIns="91425" spcFirstLastPara="1" rIns="91425" wrap="square" tIns="45700">
            <a:normAutofit/>
          </a:bodyPr>
          <a:lstStyle>
            <a:lvl1pPr indent="-838200" lvl="0" marL="457200" algn="l">
              <a:lnSpc>
                <a:spcPct val="90000"/>
              </a:lnSpc>
              <a:spcBef>
                <a:spcPts val="3000"/>
              </a:spcBef>
              <a:spcAft>
                <a:spcPts val="0"/>
              </a:spcAft>
              <a:buClr>
                <a:schemeClr val="dk1"/>
              </a:buClr>
              <a:buSzPts val="9600"/>
              <a:buChar char="•"/>
              <a:defRPr sz="9600"/>
            </a:lvl1pPr>
            <a:lvl2pPr indent="-762000" lvl="1" marL="914400" algn="l">
              <a:lnSpc>
                <a:spcPct val="90000"/>
              </a:lnSpc>
              <a:spcBef>
                <a:spcPts val="1500"/>
              </a:spcBef>
              <a:spcAft>
                <a:spcPts val="0"/>
              </a:spcAft>
              <a:buClr>
                <a:schemeClr val="dk1"/>
              </a:buClr>
              <a:buSzPts val="8400"/>
              <a:buChar char="•"/>
              <a:defRPr sz="8400"/>
            </a:lvl2pPr>
            <a:lvl3pPr indent="-685800" lvl="2" marL="1371600" algn="l">
              <a:lnSpc>
                <a:spcPct val="90000"/>
              </a:lnSpc>
              <a:spcBef>
                <a:spcPts val="1500"/>
              </a:spcBef>
              <a:spcAft>
                <a:spcPts val="0"/>
              </a:spcAft>
              <a:buClr>
                <a:schemeClr val="dk1"/>
              </a:buClr>
              <a:buSzPts val="7200"/>
              <a:buChar char="•"/>
              <a:defRPr sz="7200"/>
            </a:lvl3pPr>
            <a:lvl4pPr indent="-609600" lvl="3" marL="1828800" algn="l">
              <a:lnSpc>
                <a:spcPct val="90000"/>
              </a:lnSpc>
              <a:spcBef>
                <a:spcPts val="1500"/>
              </a:spcBef>
              <a:spcAft>
                <a:spcPts val="0"/>
              </a:spcAft>
              <a:buClr>
                <a:schemeClr val="dk1"/>
              </a:buClr>
              <a:buSzPts val="6000"/>
              <a:buChar char="•"/>
              <a:defRPr sz="6000"/>
            </a:lvl4pPr>
            <a:lvl5pPr indent="-609600" lvl="4" marL="2286000" algn="l">
              <a:lnSpc>
                <a:spcPct val="90000"/>
              </a:lnSpc>
              <a:spcBef>
                <a:spcPts val="1500"/>
              </a:spcBef>
              <a:spcAft>
                <a:spcPts val="0"/>
              </a:spcAft>
              <a:buClr>
                <a:schemeClr val="dk1"/>
              </a:buClr>
              <a:buSzPts val="6000"/>
              <a:buChar char="•"/>
              <a:defRPr sz="6000"/>
            </a:lvl5pPr>
            <a:lvl6pPr indent="-609600" lvl="5" marL="2743200" algn="l">
              <a:lnSpc>
                <a:spcPct val="90000"/>
              </a:lnSpc>
              <a:spcBef>
                <a:spcPts val="1500"/>
              </a:spcBef>
              <a:spcAft>
                <a:spcPts val="0"/>
              </a:spcAft>
              <a:buClr>
                <a:schemeClr val="dk1"/>
              </a:buClr>
              <a:buSzPts val="6000"/>
              <a:buChar char="•"/>
              <a:defRPr sz="6000"/>
            </a:lvl6pPr>
            <a:lvl7pPr indent="-609600" lvl="6" marL="3200400" algn="l">
              <a:lnSpc>
                <a:spcPct val="90000"/>
              </a:lnSpc>
              <a:spcBef>
                <a:spcPts val="1500"/>
              </a:spcBef>
              <a:spcAft>
                <a:spcPts val="0"/>
              </a:spcAft>
              <a:buClr>
                <a:schemeClr val="dk1"/>
              </a:buClr>
              <a:buSzPts val="6000"/>
              <a:buChar char="•"/>
              <a:defRPr sz="6000"/>
            </a:lvl7pPr>
            <a:lvl8pPr indent="-609600" lvl="7" marL="3657600" algn="l">
              <a:lnSpc>
                <a:spcPct val="90000"/>
              </a:lnSpc>
              <a:spcBef>
                <a:spcPts val="1500"/>
              </a:spcBef>
              <a:spcAft>
                <a:spcPts val="0"/>
              </a:spcAft>
              <a:buClr>
                <a:schemeClr val="dk1"/>
              </a:buClr>
              <a:buSzPts val="6000"/>
              <a:buChar char="•"/>
              <a:defRPr sz="6000"/>
            </a:lvl8pPr>
            <a:lvl9pPr indent="-609600" lvl="8" marL="4114800" algn="l">
              <a:lnSpc>
                <a:spcPct val="90000"/>
              </a:lnSpc>
              <a:spcBef>
                <a:spcPts val="1500"/>
              </a:spcBef>
              <a:spcAft>
                <a:spcPts val="0"/>
              </a:spcAft>
              <a:buClr>
                <a:schemeClr val="dk1"/>
              </a:buClr>
              <a:buSzPts val="6000"/>
              <a:buChar char="•"/>
              <a:defRPr sz="6000"/>
            </a:lvl9pPr>
          </a:lstStyle>
          <a:p/>
        </p:txBody>
      </p:sp>
      <p:sp>
        <p:nvSpPr>
          <p:cNvPr id="57" name="Google Shape;57;p9"/>
          <p:cNvSpPr txBox="1"/>
          <p:nvPr>
            <p:ph idx="2" type="body"/>
          </p:nvPr>
        </p:nvSpPr>
        <p:spPr>
          <a:xfrm>
            <a:off x="2519366" y="6172200"/>
            <a:ext cx="11796711" cy="11434764"/>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3000"/>
              </a:spcBef>
              <a:spcAft>
                <a:spcPts val="0"/>
              </a:spcAft>
              <a:buClr>
                <a:schemeClr val="dk1"/>
              </a:buClr>
              <a:buSzPts val="4800"/>
              <a:buNone/>
              <a:defRPr sz="4800"/>
            </a:lvl1pPr>
            <a:lvl2pPr indent="-228600" lvl="1" marL="914400" algn="l">
              <a:lnSpc>
                <a:spcPct val="90000"/>
              </a:lnSpc>
              <a:spcBef>
                <a:spcPts val="1500"/>
              </a:spcBef>
              <a:spcAft>
                <a:spcPts val="0"/>
              </a:spcAft>
              <a:buClr>
                <a:schemeClr val="dk1"/>
              </a:buClr>
              <a:buSzPts val="4200"/>
              <a:buNone/>
              <a:defRPr sz="4200"/>
            </a:lvl2pPr>
            <a:lvl3pPr indent="-228600" lvl="2" marL="1371600" algn="l">
              <a:lnSpc>
                <a:spcPct val="90000"/>
              </a:lnSpc>
              <a:spcBef>
                <a:spcPts val="1500"/>
              </a:spcBef>
              <a:spcAft>
                <a:spcPts val="0"/>
              </a:spcAft>
              <a:buClr>
                <a:schemeClr val="dk1"/>
              </a:buClr>
              <a:buSzPts val="3600"/>
              <a:buNone/>
              <a:defRPr sz="3600"/>
            </a:lvl3pPr>
            <a:lvl4pPr indent="-228600" lvl="3" marL="1828800" algn="l">
              <a:lnSpc>
                <a:spcPct val="90000"/>
              </a:lnSpc>
              <a:spcBef>
                <a:spcPts val="1500"/>
              </a:spcBef>
              <a:spcAft>
                <a:spcPts val="0"/>
              </a:spcAft>
              <a:buClr>
                <a:schemeClr val="dk1"/>
              </a:buClr>
              <a:buSzPts val="3000"/>
              <a:buNone/>
              <a:defRPr sz="3000"/>
            </a:lvl4pPr>
            <a:lvl5pPr indent="-228600" lvl="4" marL="2286000" algn="l">
              <a:lnSpc>
                <a:spcPct val="90000"/>
              </a:lnSpc>
              <a:spcBef>
                <a:spcPts val="1500"/>
              </a:spcBef>
              <a:spcAft>
                <a:spcPts val="0"/>
              </a:spcAft>
              <a:buClr>
                <a:schemeClr val="dk1"/>
              </a:buClr>
              <a:buSzPts val="3000"/>
              <a:buNone/>
              <a:defRPr sz="3000"/>
            </a:lvl5pPr>
            <a:lvl6pPr indent="-228600" lvl="5" marL="2743200" algn="l">
              <a:lnSpc>
                <a:spcPct val="90000"/>
              </a:lnSpc>
              <a:spcBef>
                <a:spcPts val="1500"/>
              </a:spcBef>
              <a:spcAft>
                <a:spcPts val="0"/>
              </a:spcAft>
              <a:buClr>
                <a:schemeClr val="dk1"/>
              </a:buClr>
              <a:buSzPts val="3000"/>
              <a:buNone/>
              <a:defRPr sz="3000"/>
            </a:lvl6pPr>
            <a:lvl7pPr indent="-228600" lvl="6" marL="3200400" algn="l">
              <a:lnSpc>
                <a:spcPct val="90000"/>
              </a:lnSpc>
              <a:spcBef>
                <a:spcPts val="1500"/>
              </a:spcBef>
              <a:spcAft>
                <a:spcPts val="0"/>
              </a:spcAft>
              <a:buClr>
                <a:schemeClr val="dk1"/>
              </a:buClr>
              <a:buSzPts val="3000"/>
              <a:buNone/>
              <a:defRPr sz="3000"/>
            </a:lvl7pPr>
            <a:lvl8pPr indent="-228600" lvl="7" marL="3657600" algn="l">
              <a:lnSpc>
                <a:spcPct val="90000"/>
              </a:lnSpc>
              <a:spcBef>
                <a:spcPts val="1500"/>
              </a:spcBef>
              <a:spcAft>
                <a:spcPts val="0"/>
              </a:spcAft>
              <a:buClr>
                <a:schemeClr val="dk1"/>
              </a:buClr>
              <a:buSzPts val="3000"/>
              <a:buNone/>
              <a:defRPr sz="3000"/>
            </a:lvl8pPr>
            <a:lvl9pPr indent="-228600" lvl="8" marL="4114800" algn="l">
              <a:lnSpc>
                <a:spcPct val="90000"/>
              </a:lnSpc>
              <a:spcBef>
                <a:spcPts val="1500"/>
              </a:spcBef>
              <a:spcAft>
                <a:spcPts val="0"/>
              </a:spcAft>
              <a:buClr>
                <a:schemeClr val="dk1"/>
              </a:buClr>
              <a:buSzPts val="3000"/>
              <a:buNone/>
              <a:defRPr sz="3000"/>
            </a:lvl9pPr>
          </a:lstStyle>
          <a:p/>
        </p:txBody>
      </p:sp>
      <p:sp>
        <p:nvSpPr>
          <p:cNvPr id="58" name="Google Shape;58;p9"/>
          <p:cNvSpPr txBox="1"/>
          <p:nvPr>
            <p:ph idx="10" type="dt"/>
          </p:nvPr>
        </p:nvSpPr>
        <p:spPr>
          <a:xfrm>
            <a:off x="2514600" y="19069052"/>
            <a:ext cx="8229600" cy="109537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9" name="Google Shape;59;p9"/>
          <p:cNvSpPr txBox="1"/>
          <p:nvPr>
            <p:ph idx="11" type="ftr"/>
          </p:nvPr>
        </p:nvSpPr>
        <p:spPr>
          <a:xfrm>
            <a:off x="12115800" y="19069052"/>
            <a:ext cx="12344400" cy="109537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0" name="Google Shape;60;p9"/>
          <p:cNvSpPr txBox="1"/>
          <p:nvPr>
            <p:ph idx="12" type="sldNum"/>
          </p:nvPr>
        </p:nvSpPr>
        <p:spPr>
          <a:xfrm>
            <a:off x="25831800" y="19069052"/>
            <a:ext cx="8229600" cy="109537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61" name="Shape 61"/>
        <p:cNvGrpSpPr/>
        <p:nvPr/>
      </p:nvGrpSpPr>
      <p:grpSpPr>
        <a:xfrm>
          <a:off x="0" y="0"/>
          <a:ext cx="0" cy="0"/>
          <a:chOff x="0" y="0"/>
          <a:chExt cx="0" cy="0"/>
        </a:xfrm>
      </p:grpSpPr>
      <p:sp>
        <p:nvSpPr>
          <p:cNvPr id="62" name="Google Shape;62;p10"/>
          <p:cNvSpPr txBox="1"/>
          <p:nvPr>
            <p:ph type="title"/>
          </p:nvPr>
        </p:nvSpPr>
        <p:spPr>
          <a:xfrm>
            <a:off x="2519366" y="1371600"/>
            <a:ext cx="11796711" cy="4800600"/>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9600"/>
              <a:buFont typeface="Calibri"/>
              <a:buNone/>
              <a:defRPr sz="96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63" name="Google Shape;63;p10"/>
          <p:cNvSpPr/>
          <p:nvPr>
            <p:ph idx="2" type="pic"/>
          </p:nvPr>
        </p:nvSpPr>
        <p:spPr>
          <a:xfrm>
            <a:off x="15549564" y="2962277"/>
            <a:ext cx="18516600" cy="14620875"/>
          </a:xfrm>
          <a:prstGeom prst="rect">
            <a:avLst/>
          </a:prstGeom>
          <a:noFill/>
          <a:ln>
            <a:noFill/>
          </a:ln>
        </p:spPr>
      </p:sp>
      <p:sp>
        <p:nvSpPr>
          <p:cNvPr id="64" name="Google Shape;64;p10"/>
          <p:cNvSpPr txBox="1"/>
          <p:nvPr>
            <p:ph idx="1" type="body"/>
          </p:nvPr>
        </p:nvSpPr>
        <p:spPr>
          <a:xfrm>
            <a:off x="2519366" y="6172200"/>
            <a:ext cx="11796711" cy="11434764"/>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3000"/>
              </a:spcBef>
              <a:spcAft>
                <a:spcPts val="0"/>
              </a:spcAft>
              <a:buClr>
                <a:schemeClr val="dk1"/>
              </a:buClr>
              <a:buSzPts val="4800"/>
              <a:buNone/>
              <a:defRPr sz="4800"/>
            </a:lvl1pPr>
            <a:lvl2pPr indent="-228600" lvl="1" marL="914400" algn="l">
              <a:lnSpc>
                <a:spcPct val="90000"/>
              </a:lnSpc>
              <a:spcBef>
                <a:spcPts val="1500"/>
              </a:spcBef>
              <a:spcAft>
                <a:spcPts val="0"/>
              </a:spcAft>
              <a:buClr>
                <a:schemeClr val="dk1"/>
              </a:buClr>
              <a:buSzPts val="4200"/>
              <a:buNone/>
              <a:defRPr sz="4200"/>
            </a:lvl2pPr>
            <a:lvl3pPr indent="-228600" lvl="2" marL="1371600" algn="l">
              <a:lnSpc>
                <a:spcPct val="90000"/>
              </a:lnSpc>
              <a:spcBef>
                <a:spcPts val="1500"/>
              </a:spcBef>
              <a:spcAft>
                <a:spcPts val="0"/>
              </a:spcAft>
              <a:buClr>
                <a:schemeClr val="dk1"/>
              </a:buClr>
              <a:buSzPts val="3600"/>
              <a:buNone/>
              <a:defRPr sz="3600"/>
            </a:lvl3pPr>
            <a:lvl4pPr indent="-228600" lvl="3" marL="1828800" algn="l">
              <a:lnSpc>
                <a:spcPct val="90000"/>
              </a:lnSpc>
              <a:spcBef>
                <a:spcPts val="1500"/>
              </a:spcBef>
              <a:spcAft>
                <a:spcPts val="0"/>
              </a:spcAft>
              <a:buClr>
                <a:schemeClr val="dk1"/>
              </a:buClr>
              <a:buSzPts val="3000"/>
              <a:buNone/>
              <a:defRPr sz="3000"/>
            </a:lvl4pPr>
            <a:lvl5pPr indent="-228600" lvl="4" marL="2286000" algn="l">
              <a:lnSpc>
                <a:spcPct val="90000"/>
              </a:lnSpc>
              <a:spcBef>
                <a:spcPts val="1500"/>
              </a:spcBef>
              <a:spcAft>
                <a:spcPts val="0"/>
              </a:spcAft>
              <a:buClr>
                <a:schemeClr val="dk1"/>
              </a:buClr>
              <a:buSzPts val="3000"/>
              <a:buNone/>
              <a:defRPr sz="3000"/>
            </a:lvl5pPr>
            <a:lvl6pPr indent="-228600" lvl="5" marL="2743200" algn="l">
              <a:lnSpc>
                <a:spcPct val="90000"/>
              </a:lnSpc>
              <a:spcBef>
                <a:spcPts val="1500"/>
              </a:spcBef>
              <a:spcAft>
                <a:spcPts val="0"/>
              </a:spcAft>
              <a:buClr>
                <a:schemeClr val="dk1"/>
              </a:buClr>
              <a:buSzPts val="3000"/>
              <a:buNone/>
              <a:defRPr sz="3000"/>
            </a:lvl6pPr>
            <a:lvl7pPr indent="-228600" lvl="6" marL="3200400" algn="l">
              <a:lnSpc>
                <a:spcPct val="90000"/>
              </a:lnSpc>
              <a:spcBef>
                <a:spcPts val="1500"/>
              </a:spcBef>
              <a:spcAft>
                <a:spcPts val="0"/>
              </a:spcAft>
              <a:buClr>
                <a:schemeClr val="dk1"/>
              </a:buClr>
              <a:buSzPts val="3000"/>
              <a:buNone/>
              <a:defRPr sz="3000"/>
            </a:lvl7pPr>
            <a:lvl8pPr indent="-228600" lvl="7" marL="3657600" algn="l">
              <a:lnSpc>
                <a:spcPct val="90000"/>
              </a:lnSpc>
              <a:spcBef>
                <a:spcPts val="1500"/>
              </a:spcBef>
              <a:spcAft>
                <a:spcPts val="0"/>
              </a:spcAft>
              <a:buClr>
                <a:schemeClr val="dk1"/>
              </a:buClr>
              <a:buSzPts val="3000"/>
              <a:buNone/>
              <a:defRPr sz="3000"/>
            </a:lvl8pPr>
            <a:lvl9pPr indent="-228600" lvl="8" marL="4114800" algn="l">
              <a:lnSpc>
                <a:spcPct val="90000"/>
              </a:lnSpc>
              <a:spcBef>
                <a:spcPts val="1500"/>
              </a:spcBef>
              <a:spcAft>
                <a:spcPts val="0"/>
              </a:spcAft>
              <a:buClr>
                <a:schemeClr val="dk1"/>
              </a:buClr>
              <a:buSzPts val="3000"/>
              <a:buNone/>
              <a:defRPr sz="3000"/>
            </a:lvl9pPr>
          </a:lstStyle>
          <a:p/>
        </p:txBody>
      </p:sp>
      <p:sp>
        <p:nvSpPr>
          <p:cNvPr id="65" name="Google Shape;65;p10"/>
          <p:cNvSpPr txBox="1"/>
          <p:nvPr>
            <p:ph idx="10" type="dt"/>
          </p:nvPr>
        </p:nvSpPr>
        <p:spPr>
          <a:xfrm>
            <a:off x="2514600" y="19069052"/>
            <a:ext cx="8229600" cy="109537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6" name="Google Shape;66;p10"/>
          <p:cNvSpPr txBox="1"/>
          <p:nvPr>
            <p:ph idx="11" type="ftr"/>
          </p:nvPr>
        </p:nvSpPr>
        <p:spPr>
          <a:xfrm>
            <a:off x="12115800" y="19069052"/>
            <a:ext cx="12344400" cy="109537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7" name="Google Shape;67;p10"/>
          <p:cNvSpPr txBox="1"/>
          <p:nvPr>
            <p:ph idx="12" type="sldNum"/>
          </p:nvPr>
        </p:nvSpPr>
        <p:spPr>
          <a:xfrm>
            <a:off x="25831800" y="19069052"/>
            <a:ext cx="8229600" cy="109537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68" name="Shape 68"/>
        <p:cNvGrpSpPr/>
        <p:nvPr/>
      </p:nvGrpSpPr>
      <p:grpSpPr>
        <a:xfrm>
          <a:off x="0" y="0"/>
          <a:ext cx="0" cy="0"/>
          <a:chOff x="0" y="0"/>
          <a:chExt cx="0" cy="0"/>
        </a:xfrm>
      </p:grpSpPr>
      <p:sp>
        <p:nvSpPr>
          <p:cNvPr id="69" name="Google Shape;69;p11"/>
          <p:cNvSpPr txBox="1"/>
          <p:nvPr>
            <p:ph type="title"/>
          </p:nvPr>
        </p:nvSpPr>
        <p:spPr>
          <a:xfrm>
            <a:off x="2514600" y="1095377"/>
            <a:ext cx="31546800" cy="3976689"/>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0" name="Google Shape;70;p11"/>
          <p:cNvSpPr txBox="1"/>
          <p:nvPr>
            <p:ph idx="1" type="body"/>
          </p:nvPr>
        </p:nvSpPr>
        <p:spPr>
          <a:xfrm rot="5400000">
            <a:off x="11760993" y="-3769518"/>
            <a:ext cx="13054014" cy="31546800"/>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3000"/>
              </a:spcBef>
              <a:spcAft>
                <a:spcPts val="0"/>
              </a:spcAft>
              <a:buClr>
                <a:schemeClr val="dk1"/>
              </a:buClr>
              <a:buSzPts val="1800"/>
              <a:buChar char="•"/>
              <a:defRPr/>
            </a:lvl1pPr>
            <a:lvl2pPr indent="-342900" lvl="1" marL="914400" algn="l">
              <a:lnSpc>
                <a:spcPct val="90000"/>
              </a:lnSpc>
              <a:spcBef>
                <a:spcPts val="1500"/>
              </a:spcBef>
              <a:spcAft>
                <a:spcPts val="0"/>
              </a:spcAft>
              <a:buClr>
                <a:schemeClr val="dk1"/>
              </a:buClr>
              <a:buSzPts val="1800"/>
              <a:buChar char="•"/>
              <a:defRPr/>
            </a:lvl2pPr>
            <a:lvl3pPr indent="-342900" lvl="2" marL="1371600" algn="l">
              <a:lnSpc>
                <a:spcPct val="90000"/>
              </a:lnSpc>
              <a:spcBef>
                <a:spcPts val="1500"/>
              </a:spcBef>
              <a:spcAft>
                <a:spcPts val="0"/>
              </a:spcAft>
              <a:buClr>
                <a:schemeClr val="dk1"/>
              </a:buClr>
              <a:buSzPts val="1800"/>
              <a:buChar char="•"/>
              <a:defRPr/>
            </a:lvl3pPr>
            <a:lvl4pPr indent="-342900" lvl="3" marL="1828800" algn="l">
              <a:lnSpc>
                <a:spcPct val="90000"/>
              </a:lnSpc>
              <a:spcBef>
                <a:spcPts val="1500"/>
              </a:spcBef>
              <a:spcAft>
                <a:spcPts val="0"/>
              </a:spcAft>
              <a:buClr>
                <a:schemeClr val="dk1"/>
              </a:buClr>
              <a:buSzPts val="1800"/>
              <a:buChar char="•"/>
              <a:defRPr/>
            </a:lvl4pPr>
            <a:lvl5pPr indent="-342900" lvl="4" marL="2286000" algn="l">
              <a:lnSpc>
                <a:spcPct val="90000"/>
              </a:lnSpc>
              <a:spcBef>
                <a:spcPts val="1500"/>
              </a:spcBef>
              <a:spcAft>
                <a:spcPts val="0"/>
              </a:spcAft>
              <a:buClr>
                <a:schemeClr val="dk1"/>
              </a:buClr>
              <a:buSzPts val="1800"/>
              <a:buChar char="•"/>
              <a:defRPr/>
            </a:lvl5pPr>
            <a:lvl6pPr indent="-342900" lvl="5" marL="2743200" algn="l">
              <a:lnSpc>
                <a:spcPct val="90000"/>
              </a:lnSpc>
              <a:spcBef>
                <a:spcPts val="1500"/>
              </a:spcBef>
              <a:spcAft>
                <a:spcPts val="0"/>
              </a:spcAft>
              <a:buClr>
                <a:schemeClr val="dk1"/>
              </a:buClr>
              <a:buSzPts val="1800"/>
              <a:buChar char="•"/>
              <a:defRPr/>
            </a:lvl6pPr>
            <a:lvl7pPr indent="-342900" lvl="6" marL="3200400" algn="l">
              <a:lnSpc>
                <a:spcPct val="90000"/>
              </a:lnSpc>
              <a:spcBef>
                <a:spcPts val="1500"/>
              </a:spcBef>
              <a:spcAft>
                <a:spcPts val="0"/>
              </a:spcAft>
              <a:buClr>
                <a:schemeClr val="dk1"/>
              </a:buClr>
              <a:buSzPts val="1800"/>
              <a:buChar char="•"/>
              <a:defRPr/>
            </a:lvl7pPr>
            <a:lvl8pPr indent="-342900" lvl="7" marL="3657600" algn="l">
              <a:lnSpc>
                <a:spcPct val="90000"/>
              </a:lnSpc>
              <a:spcBef>
                <a:spcPts val="1500"/>
              </a:spcBef>
              <a:spcAft>
                <a:spcPts val="0"/>
              </a:spcAft>
              <a:buClr>
                <a:schemeClr val="dk1"/>
              </a:buClr>
              <a:buSzPts val="1800"/>
              <a:buChar char="•"/>
              <a:defRPr/>
            </a:lvl8pPr>
            <a:lvl9pPr indent="-342900" lvl="8" marL="4114800" algn="l">
              <a:lnSpc>
                <a:spcPct val="90000"/>
              </a:lnSpc>
              <a:spcBef>
                <a:spcPts val="1500"/>
              </a:spcBef>
              <a:spcAft>
                <a:spcPts val="0"/>
              </a:spcAft>
              <a:buClr>
                <a:schemeClr val="dk1"/>
              </a:buClr>
              <a:buSzPts val="1800"/>
              <a:buChar char="•"/>
              <a:defRPr/>
            </a:lvl9pPr>
          </a:lstStyle>
          <a:p/>
        </p:txBody>
      </p:sp>
      <p:sp>
        <p:nvSpPr>
          <p:cNvPr id="71" name="Google Shape;71;p11"/>
          <p:cNvSpPr txBox="1"/>
          <p:nvPr>
            <p:ph idx="10" type="dt"/>
          </p:nvPr>
        </p:nvSpPr>
        <p:spPr>
          <a:xfrm>
            <a:off x="2514600" y="19069052"/>
            <a:ext cx="8229600" cy="109537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2" name="Google Shape;72;p11"/>
          <p:cNvSpPr txBox="1"/>
          <p:nvPr>
            <p:ph idx="11" type="ftr"/>
          </p:nvPr>
        </p:nvSpPr>
        <p:spPr>
          <a:xfrm>
            <a:off x="12115800" y="19069052"/>
            <a:ext cx="12344400" cy="109537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3" name="Google Shape;73;p11"/>
          <p:cNvSpPr txBox="1"/>
          <p:nvPr>
            <p:ph idx="12" type="sldNum"/>
          </p:nvPr>
        </p:nvSpPr>
        <p:spPr>
          <a:xfrm>
            <a:off x="25831800" y="19069052"/>
            <a:ext cx="8229600" cy="109537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74" name="Shape 74"/>
        <p:cNvGrpSpPr/>
        <p:nvPr/>
      </p:nvGrpSpPr>
      <p:grpSpPr>
        <a:xfrm>
          <a:off x="0" y="0"/>
          <a:ext cx="0" cy="0"/>
          <a:chOff x="0" y="0"/>
          <a:chExt cx="0" cy="0"/>
        </a:xfrm>
      </p:grpSpPr>
      <p:sp>
        <p:nvSpPr>
          <p:cNvPr id="75" name="Google Shape;75;p12"/>
          <p:cNvSpPr txBox="1"/>
          <p:nvPr>
            <p:ph type="title"/>
          </p:nvPr>
        </p:nvSpPr>
        <p:spPr>
          <a:xfrm rot="5400000">
            <a:off x="21400293" y="5869782"/>
            <a:ext cx="17435514" cy="7886700"/>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6" name="Google Shape;76;p12"/>
          <p:cNvSpPr txBox="1"/>
          <p:nvPr>
            <p:ph idx="1" type="body"/>
          </p:nvPr>
        </p:nvSpPr>
        <p:spPr>
          <a:xfrm rot="5400000">
            <a:off x="5398293" y="-1788318"/>
            <a:ext cx="17435514" cy="23202900"/>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3000"/>
              </a:spcBef>
              <a:spcAft>
                <a:spcPts val="0"/>
              </a:spcAft>
              <a:buClr>
                <a:schemeClr val="dk1"/>
              </a:buClr>
              <a:buSzPts val="1800"/>
              <a:buChar char="•"/>
              <a:defRPr/>
            </a:lvl1pPr>
            <a:lvl2pPr indent="-342900" lvl="1" marL="914400" algn="l">
              <a:lnSpc>
                <a:spcPct val="90000"/>
              </a:lnSpc>
              <a:spcBef>
                <a:spcPts val="1500"/>
              </a:spcBef>
              <a:spcAft>
                <a:spcPts val="0"/>
              </a:spcAft>
              <a:buClr>
                <a:schemeClr val="dk1"/>
              </a:buClr>
              <a:buSzPts val="1800"/>
              <a:buChar char="•"/>
              <a:defRPr/>
            </a:lvl2pPr>
            <a:lvl3pPr indent="-342900" lvl="2" marL="1371600" algn="l">
              <a:lnSpc>
                <a:spcPct val="90000"/>
              </a:lnSpc>
              <a:spcBef>
                <a:spcPts val="1500"/>
              </a:spcBef>
              <a:spcAft>
                <a:spcPts val="0"/>
              </a:spcAft>
              <a:buClr>
                <a:schemeClr val="dk1"/>
              </a:buClr>
              <a:buSzPts val="1800"/>
              <a:buChar char="•"/>
              <a:defRPr/>
            </a:lvl3pPr>
            <a:lvl4pPr indent="-342900" lvl="3" marL="1828800" algn="l">
              <a:lnSpc>
                <a:spcPct val="90000"/>
              </a:lnSpc>
              <a:spcBef>
                <a:spcPts val="1500"/>
              </a:spcBef>
              <a:spcAft>
                <a:spcPts val="0"/>
              </a:spcAft>
              <a:buClr>
                <a:schemeClr val="dk1"/>
              </a:buClr>
              <a:buSzPts val="1800"/>
              <a:buChar char="•"/>
              <a:defRPr/>
            </a:lvl4pPr>
            <a:lvl5pPr indent="-342900" lvl="4" marL="2286000" algn="l">
              <a:lnSpc>
                <a:spcPct val="90000"/>
              </a:lnSpc>
              <a:spcBef>
                <a:spcPts val="1500"/>
              </a:spcBef>
              <a:spcAft>
                <a:spcPts val="0"/>
              </a:spcAft>
              <a:buClr>
                <a:schemeClr val="dk1"/>
              </a:buClr>
              <a:buSzPts val="1800"/>
              <a:buChar char="•"/>
              <a:defRPr/>
            </a:lvl5pPr>
            <a:lvl6pPr indent="-342900" lvl="5" marL="2743200" algn="l">
              <a:lnSpc>
                <a:spcPct val="90000"/>
              </a:lnSpc>
              <a:spcBef>
                <a:spcPts val="1500"/>
              </a:spcBef>
              <a:spcAft>
                <a:spcPts val="0"/>
              </a:spcAft>
              <a:buClr>
                <a:schemeClr val="dk1"/>
              </a:buClr>
              <a:buSzPts val="1800"/>
              <a:buChar char="•"/>
              <a:defRPr/>
            </a:lvl6pPr>
            <a:lvl7pPr indent="-342900" lvl="6" marL="3200400" algn="l">
              <a:lnSpc>
                <a:spcPct val="90000"/>
              </a:lnSpc>
              <a:spcBef>
                <a:spcPts val="1500"/>
              </a:spcBef>
              <a:spcAft>
                <a:spcPts val="0"/>
              </a:spcAft>
              <a:buClr>
                <a:schemeClr val="dk1"/>
              </a:buClr>
              <a:buSzPts val="1800"/>
              <a:buChar char="•"/>
              <a:defRPr/>
            </a:lvl7pPr>
            <a:lvl8pPr indent="-342900" lvl="7" marL="3657600" algn="l">
              <a:lnSpc>
                <a:spcPct val="90000"/>
              </a:lnSpc>
              <a:spcBef>
                <a:spcPts val="1500"/>
              </a:spcBef>
              <a:spcAft>
                <a:spcPts val="0"/>
              </a:spcAft>
              <a:buClr>
                <a:schemeClr val="dk1"/>
              </a:buClr>
              <a:buSzPts val="1800"/>
              <a:buChar char="•"/>
              <a:defRPr/>
            </a:lvl8pPr>
            <a:lvl9pPr indent="-342900" lvl="8" marL="4114800" algn="l">
              <a:lnSpc>
                <a:spcPct val="90000"/>
              </a:lnSpc>
              <a:spcBef>
                <a:spcPts val="1500"/>
              </a:spcBef>
              <a:spcAft>
                <a:spcPts val="0"/>
              </a:spcAft>
              <a:buClr>
                <a:schemeClr val="dk1"/>
              </a:buClr>
              <a:buSzPts val="1800"/>
              <a:buChar char="•"/>
              <a:defRPr/>
            </a:lvl9pPr>
          </a:lstStyle>
          <a:p/>
        </p:txBody>
      </p:sp>
      <p:sp>
        <p:nvSpPr>
          <p:cNvPr id="77" name="Google Shape;77;p12"/>
          <p:cNvSpPr txBox="1"/>
          <p:nvPr>
            <p:ph idx="10" type="dt"/>
          </p:nvPr>
        </p:nvSpPr>
        <p:spPr>
          <a:xfrm>
            <a:off x="2514600" y="19069052"/>
            <a:ext cx="8229600" cy="109537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8" name="Google Shape;78;p12"/>
          <p:cNvSpPr txBox="1"/>
          <p:nvPr>
            <p:ph idx="11" type="ftr"/>
          </p:nvPr>
        </p:nvSpPr>
        <p:spPr>
          <a:xfrm>
            <a:off x="12115800" y="19069052"/>
            <a:ext cx="12344400" cy="109537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9" name="Google Shape;79;p12"/>
          <p:cNvSpPr txBox="1"/>
          <p:nvPr>
            <p:ph idx="12" type="sldNum"/>
          </p:nvPr>
        </p:nvSpPr>
        <p:spPr>
          <a:xfrm>
            <a:off x="25831800" y="19069052"/>
            <a:ext cx="8229600" cy="109537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1.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2514600" y="1095377"/>
            <a:ext cx="31546800" cy="3976689"/>
          </a:xfrm>
          <a:prstGeom prst="rect">
            <a:avLst/>
          </a:prstGeom>
          <a:noFill/>
          <a:ln>
            <a:noFill/>
          </a:ln>
        </p:spPr>
        <p:txBody>
          <a:bodyPr anchorCtr="0" anchor="ctr" bIns="45700" lIns="91425" spcFirstLastPara="1" rIns="91425" wrap="square" tIns="45700">
            <a:normAutofit/>
          </a:bodyPr>
          <a:lstStyle>
            <a:lvl1pPr lvl="0" marR="0" rtl="0" algn="l">
              <a:lnSpc>
                <a:spcPct val="90000"/>
              </a:lnSpc>
              <a:spcBef>
                <a:spcPts val="0"/>
              </a:spcBef>
              <a:spcAft>
                <a:spcPts val="0"/>
              </a:spcAft>
              <a:buClr>
                <a:schemeClr val="dk1"/>
              </a:buClr>
              <a:buSzPts val="13200"/>
              <a:buFont typeface="Calibri"/>
              <a:buNone/>
              <a:defRPr b="0" i="0" sz="13200" u="none" cap="none" strike="noStrik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7" name="Google Shape;7;p1"/>
          <p:cNvSpPr txBox="1"/>
          <p:nvPr>
            <p:ph idx="1" type="body"/>
          </p:nvPr>
        </p:nvSpPr>
        <p:spPr>
          <a:xfrm>
            <a:off x="2514600" y="5476875"/>
            <a:ext cx="31546800" cy="13054014"/>
          </a:xfrm>
          <a:prstGeom prst="rect">
            <a:avLst/>
          </a:prstGeom>
          <a:noFill/>
          <a:ln>
            <a:noFill/>
          </a:ln>
        </p:spPr>
        <p:txBody>
          <a:bodyPr anchorCtr="0" anchor="t" bIns="45700" lIns="91425" spcFirstLastPara="1" rIns="91425" wrap="square" tIns="45700">
            <a:normAutofit/>
          </a:bodyPr>
          <a:lstStyle>
            <a:lvl1pPr indent="-762000" lvl="0" marL="457200" marR="0" rtl="0" algn="l">
              <a:lnSpc>
                <a:spcPct val="90000"/>
              </a:lnSpc>
              <a:spcBef>
                <a:spcPts val="3000"/>
              </a:spcBef>
              <a:spcAft>
                <a:spcPts val="0"/>
              </a:spcAft>
              <a:buClr>
                <a:schemeClr val="dk1"/>
              </a:buClr>
              <a:buSzPts val="8400"/>
              <a:buFont typeface="Arial"/>
              <a:buChar char="•"/>
              <a:defRPr b="0" i="0" sz="8400" u="none" cap="none" strike="noStrike">
                <a:solidFill>
                  <a:schemeClr val="dk1"/>
                </a:solidFill>
                <a:latin typeface="Calibri"/>
                <a:ea typeface="Calibri"/>
                <a:cs typeface="Calibri"/>
                <a:sym typeface="Calibri"/>
              </a:defRPr>
            </a:lvl1pPr>
            <a:lvl2pPr indent="-685800" lvl="1" marL="914400" marR="0" rtl="0" algn="l">
              <a:lnSpc>
                <a:spcPct val="90000"/>
              </a:lnSpc>
              <a:spcBef>
                <a:spcPts val="1500"/>
              </a:spcBef>
              <a:spcAft>
                <a:spcPts val="0"/>
              </a:spcAft>
              <a:buClr>
                <a:schemeClr val="dk1"/>
              </a:buClr>
              <a:buSzPts val="7200"/>
              <a:buFont typeface="Arial"/>
              <a:buChar char="•"/>
              <a:defRPr b="0" i="0" sz="7200" u="none" cap="none" strike="noStrike">
                <a:solidFill>
                  <a:schemeClr val="dk1"/>
                </a:solidFill>
                <a:latin typeface="Calibri"/>
                <a:ea typeface="Calibri"/>
                <a:cs typeface="Calibri"/>
                <a:sym typeface="Calibri"/>
              </a:defRPr>
            </a:lvl2pPr>
            <a:lvl3pPr indent="-609600" lvl="2" marL="1371600" marR="0" rtl="0" algn="l">
              <a:lnSpc>
                <a:spcPct val="90000"/>
              </a:lnSpc>
              <a:spcBef>
                <a:spcPts val="1500"/>
              </a:spcBef>
              <a:spcAft>
                <a:spcPts val="0"/>
              </a:spcAft>
              <a:buClr>
                <a:schemeClr val="dk1"/>
              </a:buClr>
              <a:buSzPts val="6000"/>
              <a:buFont typeface="Arial"/>
              <a:buChar char="•"/>
              <a:defRPr b="0" i="0" sz="6000" u="none" cap="none" strike="noStrike">
                <a:solidFill>
                  <a:schemeClr val="dk1"/>
                </a:solidFill>
                <a:latin typeface="Calibri"/>
                <a:ea typeface="Calibri"/>
                <a:cs typeface="Calibri"/>
                <a:sym typeface="Calibri"/>
              </a:defRPr>
            </a:lvl3pPr>
            <a:lvl4pPr indent="-571500" lvl="3" marL="1828800" marR="0" rtl="0" algn="l">
              <a:lnSpc>
                <a:spcPct val="90000"/>
              </a:lnSpc>
              <a:spcBef>
                <a:spcPts val="1500"/>
              </a:spcBef>
              <a:spcAft>
                <a:spcPts val="0"/>
              </a:spcAft>
              <a:buClr>
                <a:schemeClr val="dk1"/>
              </a:buClr>
              <a:buSzPts val="5400"/>
              <a:buFont typeface="Arial"/>
              <a:buChar char="•"/>
              <a:defRPr b="0" i="0" sz="5400" u="none" cap="none" strike="noStrike">
                <a:solidFill>
                  <a:schemeClr val="dk1"/>
                </a:solidFill>
                <a:latin typeface="Calibri"/>
                <a:ea typeface="Calibri"/>
                <a:cs typeface="Calibri"/>
                <a:sym typeface="Calibri"/>
              </a:defRPr>
            </a:lvl4pPr>
            <a:lvl5pPr indent="-571500" lvl="4" marL="2286000" marR="0" rtl="0" algn="l">
              <a:lnSpc>
                <a:spcPct val="90000"/>
              </a:lnSpc>
              <a:spcBef>
                <a:spcPts val="1500"/>
              </a:spcBef>
              <a:spcAft>
                <a:spcPts val="0"/>
              </a:spcAft>
              <a:buClr>
                <a:schemeClr val="dk1"/>
              </a:buClr>
              <a:buSzPts val="5400"/>
              <a:buFont typeface="Arial"/>
              <a:buChar char="•"/>
              <a:defRPr b="0" i="0" sz="5400" u="none" cap="none" strike="noStrike">
                <a:solidFill>
                  <a:schemeClr val="dk1"/>
                </a:solidFill>
                <a:latin typeface="Calibri"/>
                <a:ea typeface="Calibri"/>
                <a:cs typeface="Calibri"/>
                <a:sym typeface="Calibri"/>
              </a:defRPr>
            </a:lvl5pPr>
            <a:lvl6pPr indent="-571500" lvl="5" marL="2743200" marR="0" rtl="0" algn="l">
              <a:lnSpc>
                <a:spcPct val="90000"/>
              </a:lnSpc>
              <a:spcBef>
                <a:spcPts val="1500"/>
              </a:spcBef>
              <a:spcAft>
                <a:spcPts val="0"/>
              </a:spcAft>
              <a:buClr>
                <a:schemeClr val="dk1"/>
              </a:buClr>
              <a:buSzPts val="5400"/>
              <a:buFont typeface="Arial"/>
              <a:buChar char="•"/>
              <a:defRPr b="0" i="0" sz="5400" u="none" cap="none" strike="noStrike">
                <a:solidFill>
                  <a:schemeClr val="dk1"/>
                </a:solidFill>
                <a:latin typeface="Calibri"/>
                <a:ea typeface="Calibri"/>
                <a:cs typeface="Calibri"/>
                <a:sym typeface="Calibri"/>
              </a:defRPr>
            </a:lvl6pPr>
            <a:lvl7pPr indent="-571500" lvl="6" marL="3200400" marR="0" rtl="0" algn="l">
              <a:lnSpc>
                <a:spcPct val="90000"/>
              </a:lnSpc>
              <a:spcBef>
                <a:spcPts val="1500"/>
              </a:spcBef>
              <a:spcAft>
                <a:spcPts val="0"/>
              </a:spcAft>
              <a:buClr>
                <a:schemeClr val="dk1"/>
              </a:buClr>
              <a:buSzPts val="5400"/>
              <a:buFont typeface="Arial"/>
              <a:buChar char="•"/>
              <a:defRPr b="0" i="0" sz="5400" u="none" cap="none" strike="noStrike">
                <a:solidFill>
                  <a:schemeClr val="dk1"/>
                </a:solidFill>
                <a:latin typeface="Calibri"/>
                <a:ea typeface="Calibri"/>
                <a:cs typeface="Calibri"/>
                <a:sym typeface="Calibri"/>
              </a:defRPr>
            </a:lvl7pPr>
            <a:lvl8pPr indent="-571500" lvl="7" marL="3657600" marR="0" rtl="0" algn="l">
              <a:lnSpc>
                <a:spcPct val="90000"/>
              </a:lnSpc>
              <a:spcBef>
                <a:spcPts val="1500"/>
              </a:spcBef>
              <a:spcAft>
                <a:spcPts val="0"/>
              </a:spcAft>
              <a:buClr>
                <a:schemeClr val="dk1"/>
              </a:buClr>
              <a:buSzPts val="5400"/>
              <a:buFont typeface="Arial"/>
              <a:buChar char="•"/>
              <a:defRPr b="0" i="0" sz="5400" u="none" cap="none" strike="noStrike">
                <a:solidFill>
                  <a:schemeClr val="dk1"/>
                </a:solidFill>
                <a:latin typeface="Calibri"/>
                <a:ea typeface="Calibri"/>
                <a:cs typeface="Calibri"/>
                <a:sym typeface="Calibri"/>
              </a:defRPr>
            </a:lvl8pPr>
            <a:lvl9pPr indent="-571500" lvl="8" marL="4114800" marR="0" rtl="0" algn="l">
              <a:lnSpc>
                <a:spcPct val="90000"/>
              </a:lnSpc>
              <a:spcBef>
                <a:spcPts val="1500"/>
              </a:spcBef>
              <a:spcAft>
                <a:spcPts val="0"/>
              </a:spcAft>
              <a:buClr>
                <a:schemeClr val="dk1"/>
              </a:buClr>
              <a:buSzPts val="5400"/>
              <a:buFont typeface="Arial"/>
              <a:buChar char="•"/>
              <a:defRPr b="0" i="0" sz="5400" u="none" cap="none" strike="noStrike">
                <a:solidFill>
                  <a:schemeClr val="dk1"/>
                </a:solidFill>
                <a:latin typeface="Calibri"/>
                <a:ea typeface="Calibri"/>
                <a:cs typeface="Calibri"/>
                <a:sym typeface="Calibri"/>
              </a:defRPr>
            </a:lvl9pPr>
          </a:lstStyle>
          <a:p/>
        </p:txBody>
      </p:sp>
      <p:sp>
        <p:nvSpPr>
          <p:cNvPr id="8" name="Google Shape;8;p1"/>
          <p:cNvSpPr txBox="1"/>
          <p:nvPr>
            <p:ph idx="10" type="dt"/>
          </p:nvPr>
        </p:nvSpPr>
        <p:spPr>
          <a:xfrm>
            <a:off x="2514600" y="19069052"/>
            <a:ext cx="8229600" cy="1095375"/>
          </a:xfrm>
          <a:prstGeom prst="rect">
            <a:avLst/>
          </a:prstGeom>
          <a:noFill/>
          <a:ln>
            <a:noFill/>
          </a:ln>
        </p:spPr>
        <p:txBody>
          <a:bodyPr anchorCtr="0" anchor="ctr" bIns="45700" lIns="91425" spcFirstLastPara="1" rIns="91425" wrap="square" tIns="45700">
            <a:noAutofit/>
          </a:bodyPr>
          <a:lstStyle>
            <a:lvl1pPr lvl="0" marR="0" rtl="0" algn="l">
              <a:spcBef>
                <a:spcPts val="0"/>
              </a:spcBef>
              <a:spcAft>
                <a:spcPts val="0"/>
              </a:spcAft>
              <a:buSzPts val="1400"/>
              <a:buNone/>
              <a:defRPr b="0" i="0" sz="3600" u="none" cap="none" strike="noStrike">
                <a:solidFill>
                  <a:srgbClr val="888888"/>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9" name="Google Shape;9;p1"/>
          <p:cNvSpPr txBox="1"/>
          <p:nvPr>
            <p:ph idx="11" type="ftr"/>
          </p:nvPr>
        </p:nvSpPr>
        <p:spPr>
          <a:xfrm>
            <a:off x="12115800" y="19069052"/>
            <a:ext cx="12344400" cy="1095375"/>
          </a:xfrm>
          <a:prstGeom prst="rect">
            <a:avLst/>
          </a:prstGeom>
          <a:noFill/>
          <a:ln>
            <a:noFill/>
          </a:ln>
        </p:spPr>
        <p:txBody>
          <a:bodyPr anchorCtr="0" anchor="ctr" bIns="45700" lIns="91425" spcFirstLastPara="1" rIns="91425" wrap="square" tIns="45700">
            <a:noAutofit/>
          </a:bodyPr>
          <a:lstStyle>
            <a:lvl1pPr lvl="0" marR="0" rtl="0" algn="ctr">
              <a:spcBef>
                <a:spcPts val="0"/>
              </a:spcBef>
              <a:spcAft>
                <a:spcPts val="0"/>
              </a:spcAft>
              <a:buSzPts val="1400"/>
              <a:buNone/>
              <a:defRPr b="0" i="0" sz="3600" u="none" cap="none" strike="noStrike">
                <a:solidFill>
                  <a:srgbClr val="888888"/>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10" name="Google Shape;10;p1"/>
          <p:cNvSpPr txBox="1"/>
          <p:nvPr>
            <p:ph idx="12" type="sldNum"/>
          </p:nvPr>
        </p:nvSpPr>
        <p:spPr>
          <a:xfrm>
            <a:off x="25831800" y="19069052"/>
            <a:ext cx="8229600" cy="1095375"/>
          </a:xfrm>
          <a:prstGeom prst="rect">
            <a:avLst/>
          </a:prstGeom>
          <a:noFill/>
          <a:ln>
            <a:noFill/>
          </a:ln>
        </p:spPr>
        <p:txBody>
          <a:bodyPr anchorCtr="0" anchor="ctr" bIns="45700" lIns="91425" spcFirstLastPara="1" rIns="91425" wrap="square" tIns="45700">
            <a:noAutofit/>
          </a:bodyPr>
          <a:lstStyle>
            <a:lvl1pPr indent="0" lvl="0" marL="0" marR="0" rtl="0" algn="r">
              <a:spcBef>
                <a:spcPts val="0"/>
              </a:spcBef>
              <a:buNone/>
              <a:defRPr b="0" i="0" sz="3600" u="none" cap="none" strike="noStrike">
                <a:solidFill>
                  <a:srgbClr val="888888"/>
                </a:solidFill>
                <a:latin typeface="Calibri"/>
                <a:ea typeface="Calibri"/>
                <a:cs typeface="Calibri"/>
                <a:sym typeface="Calibri"/>
              </a:defRPr>
            </a:lvl1pPr>
            <a:lvl2pPr indent="0" lvl="1" marL="0" marR="0" rtl="0" algn="r">
              <a:spcBef>
                <a:spcPts val="0"/>
              </a:spcBef>
              <a:buNone/>
              <a:defRPr b="0" i="0" sz="3600" u="none" cap="none" strike="noStrike">
                <a:solidFill>
                  <a:srgbClr val="888888"/>
                </a:solidFill>
                <a:latin typeface="Calibri"/>
                <a:ea typeface="Calibri"/>
                <a:cs typeface="Calibri"/>
                <a:sym typeface="Calibri"/>
              </a:defRPr>
            </a:lvl2pPr>
            <a:lvl3pPr indent="0" lvl="2" marL="0" marR="0" rtl="0" algn="r">
              <a:spcBef>
                <a:spcPts val="0"/>
              </a:spcBef>
              <a:buNone/>
              <a:defRPr b="0" i="0" sz="3600" u="none" cap="none" strike="noStrike">
                <a:solidFill>
                  <a:srgbClr val="888888"/>
                </a:solidFill>
                <a:latin typeface="Calibri"/>
                <a:ea typeface="Calibri"/>
                <a:cs typeface="Calibri"/>
                <a:sym typeface="Calibri"/>
              </a:defRPr>
            </a:lvl3pPr>
            <a:lvl4pPr indent="0" lvl="3" marL="0" marR="0" rtl="0" algn="r">
              <a:spcBef>
                <a:spcPts val="0"/>
              </a:spcBef>
              <a:buNone/>
              <a:defRPr b="0" i="0" sz="3600" u="none" cap="none" strike="noStrike">
                <a:solidFill>
                  <a:srgbClr val="888888"/>
                </a:solidFill>
                <a:latin typeface="Calibri"/>
                <a:ea typeface="Calibri"/>
                <a:cs typeface="Calibri"/>
                <a:sym typeface="Calibri"/>
              </a:defRPr>
            </a:lvl4pPr>
            <a:lvl5pPr indent="0" lvl="4" marL="0" marR="0" rtl="0" algn="r">
              <a:spcBef>
                <a:spcPts val="0"/>
              </a:spcBef>
              <a:buNone/>
              <a:defRPr b="0" i="0" sz="3600" u="none" cap="none" strike="noStrike">
                <a:solidFill>
                  <a:srgbClr val="888888"/>
                </a:solidFill>
                <a:latin typeface="Calibri"/>
                <a:ea typeface="Calibri"/>
                <a:cs typeface="Calibri"/>
                <a:sym typeface="Calibri"/>
              </a:defRPr>
            </a:lvl5pPr>
            <a:lvl6pPr indent="0" lvl="5" marL="0" marR="0" rtl="0" algn="r">
              <a:spcBef>
                <a:spcPts val="0"/>
              </a:spcBef>
              <a:buNone/>
              <a:defRPr b="0" i="0" sz="3600" u="none" cap="none" strike="noStrike">
                <a:solidFill>
                  <a:srgbClr val="888888"/>
                </a:solidFill>
                <a:latin typeface="Calibri"/>
                <a:ea typeface="Calibri"/>
                <a:cs typeface="Calibri"/>
                <a:sym typeface="Calibri"/>
              </a:defRPr>
            </a:lvl6pPr>
            <a:lvl7pPr indent="0" lvl="6" marL="0" marR="0" rtl="0" algn="r">
              <a:spcBef>
                <a:spcPts val="0"/>
              </a:spcBef>
              <a:buNone/>
              <a:defRPr b="0" i="0" sz="3600" u="none" cap="none" strike="noStrike">
                <a:solidFill>
                  <a:srgbClr val="888888"/>
                </a:solidFill>
                <a:latin typeface="Calibri"/>
                <a:ea typeface="Calibri"/>
                <a:cs typeface="Calibri"/>
                <a:sym typeface="Calibri"/>
              </a:defRPr>
            </a:lvl7pPr>
            <a:lvl8pPr indent="0" lvl="7" marL="0" marR="0" rtl="0" algn="r">
              <a:spcBef>
                <a:spcPts val="0"/>
              </a:spcBef>
              <a:buNone/>
              <a:defRPr b="0" i="0" sz="3600" u="none" cap="none" strike="noStrike">
                <a:solidFill>
                  <a:srgbClr val="888888"/>
                </a:solidFill>
                <a:latin typeface="Calibri"/>
                <a:ea typeface="Calibri"/>
                <a:cs typeface="Calibri"/>
                <a:sym typeface="Calibri"/>
              </a:defRPr>
            </a:lvl8pPr>
            <a:lvl9pPr indent="0" lvl="8" marL="0" marR="0" rtl="0" algn="r">
              <a:spcBef>
                <a:spcPts val="0"/>
              </a:spcBef>
              <a:buNone/>
              <a:defRPr b="0" i="0" sz="36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1" Type="http://schemas.openxmlformats.org/officeDocument/2006/relationships/hyperlink" Target="https://public.tableau.com/app/profile/othmane.kerfal/viz/Coral_reefs_Bleaching/Sheet1?publish=yes" TargetMode="External"/><Relationship Id="rId10" Type="http://schemas.openxmlformats.org/officeDocument/2006/relationships/image" Target="../media/image1.png"/><Relationship Id="rId13" Type="http://schemas.openxmlformats.org/officeDocument/2006/relationships/image" Target="../media/image7.png"/><Relationship Id="rId12" Type="http://schemas.openxmlformats.org/officeDocument/2006/relationships/image" Target="../media/image3.png"/><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hyperlink" Target="https://www.noaa.gov" TargetMode="External"/><Relationship Id="rId4" Type="http://schemas.openxmlformats.org/officeDocument/2006/relationships/hyperlink" Target="https://coralreefwatch.noaa.gov?utm_source=chatgpt.com" TargetMode="External"/><Relationship Id="rId9" Type="http://schemas.openxmlformats.org/officeDocument/2006/relationships/hyperlink" Target="https://www.kaggle.com" TargetMode="External"/><Relationship Id="rId15" Type="http://schemas.openxmlformats.org/officeDocument/2006/relationships/image" Target="../media/image8.png"/><Relationship Id="rId14" Type="http://schemas.openxmlformats.org/officeDocument/2006/relationships/image" Target="../media/image5.png"/><Relationship Id="rId17" Type="http://schemas.openxmlformats.org/officeDocument/2006/relationships/image" Target="../media/image2.png"/><Relationship Id="rId16" Type="http://schemas.openxmlformats.org/officeDocument/2006/relationships/image" Target="../media/image4.png"/><Relationship Id="rId5" Type="http://schemas.openxmlformats.org/officeDocument/2006/relationships/hyperlink" Target="https://www.unep.org" TargetMode="External"/><Relationship Id="rId6" Type="http://schemas.openxmlformats.org/officeDocument/2006/relationships/hyperlink" Target="https://gcrmn.net" TargetMode="External"/><Relationship Id="rId18" Type="http://schemas.openxmlformats.org/officeDocument/2006/relationships/image" Target="../media/image6.png"/><Relationship Id="rId7" Type="http://schemas.openxmlformats.org/officeDocument/2006/relationships/hyperlink" Target="http://pacificdata.org" TargetMode="External"/><Relationship Id="rId8" Type="http://schemas.openxmlformats.org/officeDocument/2006/relationships/hyperlink" Target="http://pacificdata.org" TargetMode="Externa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3" name="Shape 83"/>
        <p:cNvGrpSpPr/>
        <p:nvPr/>
      </p:nvGrpSpPr>
      <p:grpSpPr>
        <a:xfrm>
          <a:off x="0" y="0"/>
          <a:ext cx="0" cy="0"/>
          <a:chOff x="0" y="0"/>
          <a:chExt cx="0" cy="0"/>
        </a:xfrm>
      </p:grpSpPr>
      <p:sp>
        <p:nvSpPr>
          <p:cNvPr id="84" name="Google Shape;84;p13"/>
          <p:cNvSpPr/>
          <p:nvPr/>
        </p:nvSpPr>
        <p:spPr>
          <a:xfrm>
            <a:off x="0" y="5"/>
            <a:ext cx="36576000" cy="3315921"/>
          </a:xfrm>
          <a:prstGeom prst="rect">
            <a:avLst/>
          </a:prstGeom>
          <a:solidFill>
            <a:srgbClr val="00724C"/>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6197" u="none" cap="none" strike="noStrike">
              <a:solidFill>
                <a:schemeClr val="lt1"/>
              </a:solidFill>
              <a:latin typeface="Calibri"/>
              <a:ea typeface="Calibri"/>
              <a:cs typeface="Calibri"/>
              <a:sym typeface="Calibri"/>
            </a:endParaRPr>
          </a:p>
        </p:txBody>
      </p:sp>
      <p:sp>
        <p:nvSpPr>
          <p:cNvPr id="85" name="Google Shape;85;p13"/>
          <p:cNvSpPr/>
          <p:nvPr/>
        </p:nvSpPr>
        <p:spPr>
          <a:xfrm>
            <a:off x="399762" y="3472753"/>
            <a:ext cx="7955400" cy="685800"/>
          </a:xfrm>
          <a:prstGeom prst="rect">
            <a:avLst/>
          </a:prstGeom>
          <a:solidFill>
            <a:srgbClr val="00724C"/>
          </a:solidFill>
          <a:ln cap="flat" cmpd="sng" w="12700">
            <a:solidFill>
              <a:srgbClr val="385623"/>
            </a:solidFill>
            <a:prstDash val="solid"/>
            <a:miter lim="800000"/>
            <a:headEnd len="sm" w="sm" type="none"/>
            <a:tailEnd len="sm" w="sm" type="none"/>
          </a:ln>
          <a:effectLst>
            <a:outerShdw blurRad="50800" rotWithShape="0" algn="tl" dir="2700000" dist="38100">
              <a:srgbClr val="000000">
                <a:alpha val="40000"/>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rPr b="0" i="0" lang="en-US" sz="4200" u="none" cap="none" strike="noStrike">
                <a:solidFill>
                  <a:schemeClr val="lt1"/>
                </a:solidFill>
                <a:latin typeface="Calibri"/>
                <a:ea typeface="Calibri"/>
                <a:cs typeface="Calibri"/>
                <a:sym typeface="Calibri"/>
              </a:rPr>
              <a:t>Background or Abstract</a:t>
            </a:r>
            <a:endParaRPr/>
          </a:p>
        </p:txBody>
      </p:sp>
      <p:sp>
        <p:nvSpPr>
          <p:cNvPr id="86" name="Google Shape;86;p13"/>
          <p:cNvSpPr/>
          <p:nvPr/>
        </p:nvSpPr>
        <p:spPr>
          <a:xfrm>
            <a:off x="470612" y="10796320"/>
            <a:ext cx="7955400" cy="685800"/>
          </a:xfrm>
          <a:prstGeom prst="rect">
            <a:avLst/>
          </a:prstGeom>
          <a:solidFill>
            <a:srgbClr val="00724C"/>
          </a:solidFill>
          <a:ln cap="flat" cmpd="sng" w="12700">
            <a:solidFill>
              <a:srgbClr val="385623"/>
            </a:solidFill>
            <a:prstDash val="solid"/>
            <a:miter lim="800000"/>
            <a:headEnd len="sm" w="sm" type="none"/>
            <a:tailEnd len="sm" w="sm" type="none"/>
          </a:ln>
          <a:effectLst>
            <a:outerShdw blurRad="50800" rotWithShape="0" algn="tl" dir="2700000" dist="38100">
              <a:srgbClr val="000000">
                <a:alpha val="40000"/>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rPr b="0" i="0" lang="en-US" sz="4200" u="none" cap="none" strike="noStrike">
                <a:solidFill>
                  <a:schemeClr val="lt1"/>
                </a:solidFill>
                <a:latin typeface="Calibri"/>
                <a:ea typeface="Calibri"/>
                <a:cs typeface="Calibri"/>
                <a:sym typeface="Calibri"/>
              </a:rPr>
              <a:t>Research Questions</a:t>
            </a:r>
            <a:endParaRPr/>
          </a:p>
        </p:txBody>
      </p:sp>
      <p:sp>
        <p:nvSpPr>
          <p:cNvPr id="87" name="Google Shape;87;p13"/>
          <p:cNvSpPr txBox="1"/>
          <p:nvPr/>
        </p:nvSpPr>
        <p:spPr>
          <a:xfrm>
            <a:off x="-3" y="4268575"/>
            <a:ext cx="8068800" cy="2247300"/>
          </a:xfrm>
          <a:prstGeom prst="rect">
            <a:avLst/>
          </a:prstGeom>
          <a:noFill/>
          <a:ln>
            <a:noFill/>
          </a:ln>
        </p:spPr>
        <p:txBody>
          <a:bodyPr anchorCtr="0" anchor="t" bIns="45700" lIns="91425" spcFirstLastPara="1" rIns="91425" wrap="square" tIns="45700">
            <a:spAutoFit/>
          </a:bodyPr>
          <a:lstStyle/>
          <a:p>
            <a:pPr indent="0" lvl="0" marL="0" rtl="0" algn="l">
              <a:lnSpc>
                <a:spcPct val="115000"/>
              </a:lnSpc>
              <a:spcBef>
                <a:spcPts val="1200"/>
              </a:spcBef>
              <a:spcAft>
                <a:spcPts val="1200"/>
              </a:spcAft>
              <a:buClr>
                <a:schemeClr val="dk1"/>
              </a:buClr>
              <a:buSzPts val="1100"/>
              <a:buFont typeface="Arial"/>
              <a:buNone/>
            </a:pPr>
            <a:r>
              <a:rPr lang="en-US" sz="2500">
                <a:solidFill>
                  <a:schemeClr val="dk1"/>
                </a:solidFill>
                <a:highlight>
                  <a:srgbClr val="FFFFFF"/>
                </a:highlight>
                <a:latin typeface="Calibri"/>
                <a:ea typeface="Calibri"/>
                <a:cs typeface="Calibri"/>
                <a:sym typeface="Calibri"/>
              </a:rPr>
              <a:t>Coral reef bleaching has become one of the most urgent environmental issues due to rising ocean temperatures caused by climate change. Coral reefs support approximately 25% of marine life, making them critical to biodiversity and ocean ecosystems(NOAA, 2025). </a:t>
            </a:r>
            <a:endParaRPr sz="2700">
              <a:solidFill>
                <a:schemeClr val="dk1"/>
              </a:solidFill>
              <a:latin typeface="Calibri"/>
              <a:ea typeface="Calibri"/>
              <a:cs typeface="Calibri"/>
              <a:sym typeface="Calibri"/>
            </a:endParaRPr>
          </a:p>
        </p:txBody>
      </p:sp>
      <p:sp>
        <p:nvSpPr>
          <p:cNvPr id="88" name="Google Shape;88;p13"/>
          <p:cNvSpPr/>
          <p:nvPr/>
        </p:nvSpPr>
        <p:spPr>
          <a:xfrm>
            <a:off x="9348105" y="3557142"/>
            <a:ext cx="8503920" cy="685800"/>
          </a:xfrm>
          <a:prstGeom prst="rect">
            <a:avLst/>
          </a:prstGeom>
          <a:solidFill>
            <a:srgbClr val="00724C"/>
          </a:solidFill>
          <a:ln cap="flat" cmpd="sng" w="12700">
            <a:solidFill>
              <a:srgbClr val="385623"/>
            </a:solidFill>
            <a:prstDash val="solid"/>
            <a:miter lim="800000"/>
            <a:headEnd len="sm" w="sm" type="none"/>
            <a:tailEnd len="sm" w="sm" type="none"/>
          </a:ln>
          <a:effectLst>
            <a:outerShdw blurRad="50800" rotWithShape="0" algn="tl" dir="2700000" dist="38100">
              <a:srgbClr val="000000">
                <a:alpha val="40000"/>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rPr lang="en-US" sz="4200">
                <a:solidFill>
                  <a:schemeClr val="lt1"/>
                </a:solidFill>
                <a:latin typeface="Calibri"/>
                <a:ea typeface="Calibri"/>
                <a:cs typeface="Calibri"/>
                <a:sym typeface="Calibri"/>
              </a:rPr>
              <a:t>Preprocessing</a:t>
            </a:r>
            <a:endParaRPr/>
          </a:p>
        </p:txBody>
      </p:sp>
      <p:sp>
        <p:nvSpPr>
          <p:cNvPr id="89" name="Google Shape;89;p13"/>
          <p:cNvSpPr txBox="1"/>
          <p:nvPr/>
        </p:nvSpPr>
        <p:spPr>
          <a:xfrm>
            <a:off x="9423826" y="3970412"/>
            <a:ext cx="8309700" cy="4855500"/>
          </a:xfrm>
          <a:prstGeom prst="rect">
            <a:avLst/>
          </a:prstGeom>
          <a:noFill/>
          <a:ln>
            <a:noFill/>
          </a:ln>
        </p:spPr>
        <p:txBody>
          <a:bodyPr anchorCtr="0" anchor="t" bIns="45700" lIns="91425" spcFirstLastPara="1" rIns="91425" wrap="square" tIns="45700">
            <a:spAutoFit/>
          </a:bodyPr>
          <a:lstStyle/>
          <a:p>
            <a:pPr indent="0" lvl="0" marL="0" marR="0" rtl="0" algn="l">
              <a:lnSpc>
                <a:spcPct val="108888"/>
              </a:lnSpc>
              <a:spcBef>
                <a:spcPts val="0"/>
              </a:spcBef>
              <a:spcAft>
                <a:spcPts val="0"/>
              </a:spcAft>
              <a:buNone/>
            </a:pPr>
            <a:r>
              <a:t/>
            </a:r>
            <a:endParaRPr sz="2500">
              <a:latin typeface="Calibri"/>
              <a:ea typeface="Calibri"/>
              <a:cs typeface="Calibri"/>
              <a:sym typeface="Calibri"/>
            </a:endParaRPr>
          </a:p>
          <a:p>
            <a:pPr indent="0" lvl="0" marL="0" rtl="0" algn="l">
              <a:lnSpc>
                <a:spcPct val="115000"/>
              </a:lnSpc>
              <a:spcBef>
                <a:spcPts val="0"/>
              </a:spcBef>
              <a:spcAft>
                <a:spcPts val="0"/>
              </a:spcAft>
              <a:buNone/>
            </a:pPr>
            <a:r>
              <a:rPr lang="en-US" sz="2500">
                <a:solidFill>
                  <a:schemeClr val="dk1"/>
                </a:solidFill>
                <a:latin typeface="Calibri"/>
                <a:ea typeface="Calibri"/>
                <a:cs typeface="Calibri"/>
                <a:sym typeface="Calibri"/>
              </a:rPr>
              <a:t>M</a:t>
            </a:r>
            <a:r>
              <a:rPr lang="en-US" sz="2500">
                <a:solidFill>
                  <a:schemeClr val="dk1"/>
                </a:solidFill>
                <a:latin typeface="Calibri"/>
                <a:ea typeface="Calibri"/>
                <a:cs typeface="Calibri"/>
                <a:sym typeface="Calibri"/>
              </a:rPr>
              <a:t>y approach uses data cleaning, aggregation, and visualization techniques. Data was processed using Google Sheets and NOAA datasets, including calculating yearly averages of sea surface temperature and temperature anomalies. Google sheets was also used to  remove  missing or null values and converting all temperature to Celsius. Tableau was used to create an interactive geographic visualization of coral bleaching events. </a:t>
            </a:r>
            <a:endParaRPr sz="2500">
              <a:solidFill>
                <a:schemeClr val="dk1"/>
              </a:solidFill>
              <a:latin typeface="Calibri"/>
              <a:ea typeface="Calibri"/>
              <a:cs typeface="Calibri"/>
              <a:sym typeface="Calibri"/>
            </a:endParaRPr>
          </a:p>
          <a:p>
            <a:pPr indent="0" lvl="0" marL="457200" marR="0" rtl="0" algn="l">
              <a:lnSpc>
                <a:spcPct val="108888"/>
              </a:lnSpc>
              <a:spcBef>
                <a:spcPts val="0"/>
              </a:spcBef>
              <a:spcAft>
                <a:spcPts val="0"/>
              </a:spcAft>
              <a:buNone/>
            </a:pPr>
            <a:r>
              <a:t/>
            </a:r>
            <a:endParaRPr sz="2500">
              <a:solidFill>
                <a:schemeClr val="dk1"/>
              </a:solidFill>
              <a:latin typeface="Calibri"/>
              <a:ea typeface="Calibri"/>
              <a:cs typeface="Calibri"/>
              <a:sym typeface="Calibri"/>
            </a:endParaRPr>
          </a:p>
          <a:p>
            <a:pPr indent="0" lvl="0" marL="0" marR="0" rtl="0" algn="l">
              <a:lnSpc>
                <a:spcPct val="108888"/>
              </a:lnSpc>
              <a:spcBef>
                <a:spcPts val="0"/>
              </a:spcBef>
              <a:spcAft>
                <a:spcPts val="0"/>
              </a:spcAft>
              <a:buNone/>
            </a:pPr>
            <a:r>
              <a:t/>
            </a:r>
            <a:endParaRPr sz="2500">
              <a:solidFill>
                <a:schemeClr val="dk1"/>
              </a:solidFill>
              <a:latin typeface="Calibri"/>
              <a:ea typeface="Calibri"/>
              <a:cs typeface="Calibri"/>
              <a:sym typeface="Calibri"/>
            </a:endParaRPr>
          </a:p>
        </p:txBody>
      </p:sp>
      <p:sp>
        <p:nvSpPr>
          <p:cNvPr id="90" name="Google Shape;90;p13"/>
          <p:cNvSpPr/>
          <p:nvPr/>
        </p:nvSpPr>
        <p:spPr>
          <a:xfrm>
            <a:off x="19078600" y="9435000"/>
            <a:ext cx="8210700" cy="831000"/>
          </a:xfrm>
          <a:prstGeom prst="rect">
            <a:avLst/>
          </a:prstGeom>
          <a:noFill/>
          <a:ln>
            <a:noFill/>
          </a:ln>
        </p:spPr>
        <p:txBody>
          <a:bodyPr anchorCtr="0" anchor="t" bIns="45700" lIns="91425" spcFirstLastPara="1" rIns="91425" wrap="square" tIns="45700">
            <a:noAutofit/>
          </a:bodyPr>
          <a:lstStyle/>
          <a:p>
            <a:pPr indent="0" lvl="0" marL="0" rtl="0" algn="l">
              <a:lnSpc>
                <a:spcPct val="115000"/>
              </a:lnSpc>
              <a:spcBef>
                <a:spcPts val="1200"/>
              </a:spcBef>
              <a:spcAft>
                <a:spcPts val="1200"/>
              </a:spcAft>
              <a:buClr>
                <a:schemeClr val="dk1"/>
              </a:buClr>
              <a:buSzPts val="1100"/>
              <a:buFont typeface="Arial"/>
              <a:buNone/>
            </a:pPr>
            <a:r>
              <a:rPr b="1" lang="en-US" sz="2900">
                <a:solidFill>
                  <a:srgbClr val="333333"/>
                </a:solidFill>
                <a:highlight>
                  <a:srgbClr val="FFFFFF"/>
                </a:highlight>
                <a:latin typeface="Calibri"/>
                <a:ea typeface="Calibri"/>
                <a:cs typeface="Calibri"/>
                <a:sym typeface="Calibri"/>
              </a:rPr>
              <a:t>Figure 4: </a:t>
            </a:r>
            <a:r>
              <a:rPr i="1" lang="en-US" sz="2700">
                <a:solidFill>
                  <a:srgbClr val="333333"/>
                </a:solidFill>
                <a:highlight>
                  <a:srgbClr val="FFFFFF"/>
                </a:highlight>
                <a:latin typeface="Calibri"/>
                <a:ea typeface="Calibri"/>
                <a:cs typeface="Calibri"/>
                <a:sym typeface="Calibri"/>
              </a:rPr>
              <a:t> Average sea surface temperature and temperature anomaly from 2000 to 2025. The anomaly is shown on a secondary axis to highlight deviations from normal conditions and increasing thermal stress. The temperature jumps after 2015 which shows a significant change in ocean temperatures..</a:t>
            </a:r>
            <a:endParaRPr sz="2900">
              <a:latin typeface="Calibri"/>
              <a:ea typeface="Calibri"/>
              <a:cs typeface="Calibri"/>
              <a:sym typeface="Calibri"/>
            </a:endParaRPr>
          </a:p>
        </p:txBody>
      </p:sp>
      <p:sp>
        <p:nvSpPr>
          <p:cNvPr id="91" name="Google Shape;91;p13"/>
          <p:cNvSpPr/>
          <p:nvPr/>
        </p:nvSpPr>
        <p:spPr>
          <a:xfrm>
            <a:off x="27708575" y="13123458"/>
            <a:ext cx="7955400" cy="1208100"/>
          </a:xfrm>
          <a:prstGeom prst="rect">
            <a:avLst/>
          </a:prstGeom>
          <a:solidFill>
            <a:srgbClr val="00724C"/>
          </a:solidFill>
          <a:ln cap="flat" cmpd="sng" w="12700">
            <a:solidFill>
              <a:srgbClr val="385623"/>
            </a:solidFill>
            <a:prstDash val="solid"/>
            <a:miter lim="800000"/>
            <a:headEnd len="sm" w="sm" type="none"/>
            <a:tailEnd len="sm" w="sm" type="none"/>
          </a:ln>
          <a:effectLst>
            <a:outerShdw blurRad="50800" rotWithShape="0" algn="tl" dir="2700000" dist="38100">
              <a:srgbClr val="000000">
                <a:alpha val="40000"/>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rPr lang="en-US" sz="4200">
                <a:solidFill>
                  <a:schemeClr val="lt1"/>
                </a:solidFill>
                <a:latin typeface="Calibri"/>
                <a:ea typeface="Calibri"/>
                <a:cs typeface="Calibri"/>
                <a:sym typeface="Calibri"/>
              </a:rPr>
              <a:t>References</a:t>
            </a:r>
            <a:endParaRPr/>
          </a:p>
        </p:txBody>
      </p:sp>
      <p:sp>
        <p:nvSpPr>
          <p:cNvPr id="92" name="Google Shape;92;p13"/>
          <p:cNvSpPr txBox="1"/>
          <p:nvPr/>
        </p:nvSpPr>
        <p:spPr>
          <a:xfrm>
            <a:off x="27942722" y="14586384"/>
            <a:ext cx="7564200" cy="5772000"/>
          </a:xfrm>
          <a:prstGeom prst="rect">
            <a:avLst/>
          </a:prstGeom>
          <a:noFill/>
          <a:ln>
            <a:noFill/>
          </a:ln>
        </p:spPr>
        <p:txBody>
          <a:bodyPr anchorCtr="0" anchor="t" bIns="45700" lIns="91425" spcFirstLastPara="1" rIns="91425" wrap="square" tIns="45700">
            <a:spAutoFit/>
          </a:bodyPr>
          <a:lstStyle/>
          <a:p>
            <a:pPr indent="0" lvl="0" marL="457200" rtl="0" algn="l">
              <a:lnSpc>
                <a:spcPct val="115000"/>
              </a:lnSpc>
              <a:spcBef>
                <a:spcPts val="1200"/>
              </a:spcBef>
              <a:spcAft>
                <a:spcPts val="0"/>
              </a:spcAft>
              <a:buNone/>
            </a:pPr>
            <a:r>
              <a:rPr lang="en-US" sz="2000" u="sng">
                <a:solidFill>
                  <a:schemeClr val="dk1"/>
                </a:solidFill>
                <a:highlight>
                  <a:srgbClr val="FFFFFF"/>
                </a:highlight>
                <a:latin typeface="Calibri"/>
                <a:ea typeface="Calibri"/>
                <a:cs typeface="Calibri"/>
                <a:sym typeface="Calibri"/>
              </a:rPr>
              <a:t>National Oceanic and Atmospheric Administration. (2025). </a:t>
            </a:r>
            <a:r>
              <a:rPr i="1" lang="en-US" sz="2000" u="sng">
                <a:solidFill>
                  <a:schemeClr val="dk1"/>
                </a:solidFill>
                <a:highlight>
                  <a:srgbClr val="FFFFFF"/>
                </a:highlight>
                <a:latin typeface="Calibri"/>
                <a:ea typeface="Calibri"/>
                <a:cs typeface="Calibri"/>
                <a:sym typeface="Calibri"/>
              </a:rPr>
              <a:t>Coral reef ecosystem studies and bleaching reports</a:t>
            </a:r>
            <a:r>
              <a:rPr lang="en-US" sz="2000" u="sng">
                <a:solidFill>
                  <a:schemeClr val="dk1"/>
                </a:solidFill>
                <a:highlight>
                  <a:srgbClr val="FFFFFF"/>
                </a:highlight>
                <a:latin typeface="Calibri"/>
                <a:ea typeface="Calibri"/>
                <a:cs typeface="Calibri"/>
                <a:sym typeface="Calibri"/>
              </a:rPr>
              <a:t>.</a:t>
            </a:r>
            <a:r>
              <a:rPr lang="en-US" sz="2000" u="sng">
                <a:solidFill>
                  <a:schemeClr val="dk1"/>
                </a:solidFill>
                <a:highlight>
                  <a:srgbClr val="FFFFFF"/>
                </a:highlight>
                <a:latin typeface="Calibri"/>
                <a:ea typeface="Calibri"/>
                <a:cs typeface="Calibri"/>
                <a:sym typeface="Calibri"/>
                <a:hlinkClick r:id="rId3">
                  <a:extLst>
                    <a:ext uri="{A12FA001-AC4F-418D-AE19-62706E023703}">
                      <ahyp:hlinkClr val="tx"/>
                    </a:ext>
                  </a:extLst>
                </a:hlinkClick>
              </a:rPr>
              <a:t> https://www.noaa.gov</a:t>
            </a:r>
            <a:endParaRPr sz="2000" u="sng">
              <a:solidFill>
                <a:schemeClr val="dk1"/>
              </a:solidFill>
              <a:highlight>
                <a:srgbClr val="FFFFFF"/>
              </a:highlight>
              <a:latin typeface="Calibri"/>
              <a:ea typeface="Calibri"/>
              <a:cs typeface="Calibri"/>
              <a:sym typeface="Calibri"/>
            </a:endParaRPr>
          </a:p>
          <a:p>
            <a:pPr indent="0" lvl="0" marL="457200" rtl="0" algn="l">
              <a:lnSpc>
                <a:spcPct val="115000"/>
              </a:lnSpc>
              <a:spcBef>
                <a:spcPts val="1200"/>
              </a:spcBef>
              <a:spcAft>
                <a:spcPts val="0"/>
              </a:spcAft>
              <a:buNone/>
            </a:pPr>
            <a:r>
              <a:rPr lang="en-US" sz="2000" u="sng">
                <a:solidFill>
                  <a:schemeClr val="dk1"/>
                </a:solidFill>
                <a:highlight>
                  <a:srgbClr val="FFFFFF"/>
                </a:highlight>
                <a:latin typeface="Calibri"/>
                <a:ea typeface="Calibri"/>
                <a:cs typeface="Calibri"/>
                <a:sym typeface="Calibri"/>
              </a:rPr>
              <a:t>National Oceanic and Atmospheric Administration Coral Reef Watch. (2025). </a:t>
            </a:r>
            <a:r>
              <a:rPr i="1" lang="en-US" sz="2000" u="sng">
                <a:solidFill>
                  <a:schemeClr val="dk1"/>
                </a:solidFill>
                <a:highlight>
                  <a:srgbClr val="FFFFFF"/>
                </a:highlight>
                <a:latin typeface="Calibri"/>
                <a:ea typeface="Calibri"/>
                <a:cs typeface="Calibri"/>
                <a:sym typeface="Calibri"/>
              </a:rPr>
              <a:t>Coral reef temperature and bleaching data</a:t>
            </a:r>
            <a:r>
              <a:rPr lang="en-US" sz="2000" u="sng">
                <a:solidFill>
                  <a:schemeClr val="dk1"/>
                </a:solidFill>
                <a:highlight>
                  <a:srgbClr val="FFFFFF"/>
                </a:highlight>
                <a:latin typeface="Calibri"/>
                <a:ea typeface="Calibri"/>
                <a:cs typeface="Calibri"/>
                <a:sym typeface="Calibri"/>
              </a:rPr>
              <a:t>.</a:t>
            </a:r>
            <a:r>
              <a:rPr lang="en-US" sz="2000" u="sng">
                <a:solidFill>
                  <a:schemeClr val="dk1"/>
                </a:solidFill>
                <a:highlight>
                  <a:srgbClr val="FFFFFF"/>
                </a:highlight>
                <a:latin typeface="Calibri"/>
                <a:ea typeface="Calibri"/>
                <a:cs typeface="Calibri"/>
                <a:sym typeface="Calibri"/>
                <a:hlinkClick r:id="rId4">
                  <a:extLst>
                    <a:ext uri="{A12FA001-AC4F-418D-AE19-62706E023703}">
                      <ahyp:hlinkClr val="tx"/>
                    </a:ext>
                  </a:extLst>
                </a:hlinkClick>
              </a:rPr>
              <a:t> https://coralreefwatch.noaa.gov</a:t>
            </a:r>
            <a:endParaRPr sz="2000" u="sng">
              <a:solidFill>
                <a:schemeClr val="dk1"/>
              </a:solidFill>
              <a:highlight>
                <a:srgbClr val="FFFFFF"/>
              </a:highlight>
              <a:latin typeface="Calibri"/>
              <a:ea typeface="Calibri"/>
              <a:cs typeface="Calibri"/>
              <a:sym typeface="Calibri"/>
            </a:endParaRPr>
          </a:p>
          <a:p>
            <a:pPr indent="0" lvl="0" marL="457200" rtl="0" algn="l">
              <a:lnSpc>
                <a:spcPct val="115000"/>
              </a:lnSpc>
              <a:spcBef>
                <a:spcPts val="1200"/>
              </a:spcBef>
              <a:spcAft>
                <a:spcPts val="0"/>
              </a:spcAft>
              <a:buNone/>
            </a:pPr>
            <a:r>
              <a:rPr lang="en-US" sz="2000" u="sng">
                <a:solidFill>
                  <a:schemeClr val="dk1"/>
                </a:solidFill>
                <a:highlight>
                  <a:srgbClr val="FFFFFF"/>
                </a:highlight>
                <a:latin typeface="Calibri"/>
                <a:ea typeface="Calibri"/>
                <a:cs typeface="Calibri"/>
                <a:sym typeface="Calibri"/>
              </a:rPr>
              <a:t>United Nations Environment Programme. (2023). </a:t>
            </a:r>
            <a:r>
              <a:rPr i="1" lang="en-US" sz="2000" u="sng">
                <a:solidFill>
                  <a:schemeClr val="dk1"/>
                </a:solidFill>
                <a:highlight>
                  <a:srgbClr val="FFFFFF"/>
                </a:highlight>
                <a:latin typeface="Calibri"/>
                <a:ea typeface="Calibri"/>
                <a:cs typeface="Calibri"/>
                <a:sym typeface="Calibri"/>
              </a:rPr>
              <a:t>Coral reef status and climate change impacts</a:t>
            </a:r>
            <a:r>
              <a:rPr lang="en-US" sz="2000" u="sng">
                <a:solidFill>
                  <a:schemeClr val="dk1"/>
                </a:solidFill>
                <a:highlight>
                  <a:srgbClr val="FFFFFF"/>
                </a:highlight>
                <a:latin typeface="Calibri"/>
                <a:ea typeface="Calibri"/>
                <a:cs typeface="Calibri"/>
                <a:sym typeface="Calibri"/>
              </a:rPr>
              <a:t>.</a:t>
            </a:r>
            <a:r>
              <a:rPr lang="en-US" sz="2000" u="sng">
                <a:solidFill>
                  <a:schemeClr val="dk1"/>
                </a:solidFill>
                <a:highlight>
                  <a:srgbClr val="FFFFFF"/>
                </a:highlight>
                <a:latin typeface="Calibri"/>
                <a:ea typeface="Calibri"/>
                <a:cs typeface="Calibri"/>
                <a:sym typeface="Calibri"/>
                <a:hlinkClick r:id="rId5">
                  <a:extLst>
                    <a:ext uri="{A12FA001-AC4F-418D-AE19-62706E023703}">
                      <ahyp:hlinkClr val="tx"/>
                    </a:ext>
                  </a:extLst>
                </a:hlinkClick>
              </a:rPr>
              <a:t> https://www.unep.org</a:t>
            </a:r>
            <a:endParaRPr sz="2000" u="sng">
              <a:solidFill>
                <a:schemeClr val="dk1"/>
              </a:solidFill>
              <a:highlight>
                <a:srgbClr val="FFFFFF"/>
              </a:highlight>
              <a:latin typeface="Calibri"/>
              <a:ea typeface="Calibri"/>
              <a:cs typeface="Calibri"/>
              <a:sym typeface="Calibri"/>
            </a:endParaRPr>
          </a:p>
          <a:p>
            <a:pPr indent="0" lvl="0" marL="457200" rtl="0" algn="l">
              <a:lnSpc>
                <a:spcPct val="115000"/>
              </a:lnSpc>
              <a:spcBef>
                <a:spcPts val="1200"/>
              </a:spcBef>
              <a:spcAft>
                <a:spcPts val="0"/>
              </a:spcAft>
              <a:buNone/>
            </a:pPr>
            <a:r>
              <a:rPr lang="en-US" sz="2000" u="sng">
                <a:solidFill>
                  <a:schemeClr val="dk1"/>
                </a:solidFill>
                <a:highlight>
                  <a:srgbClr val="FFFFFF"/>
                </a:highlight>
                <a:latin typeface="Calibri"/>
                <a:ea typeface="Calibri"/>
                <a:cs typeface="Calibri"/>
                <a:sym typeface="Calibri"/>
              </a:rPr>
              <a:t>Gl</a:t>
            </a:r>
            <a:r>
              <a:rPr lang="en-US" sz="2000" u="sng">
                <a:solidFill>
                  <a:schemeClr val="dk1"/>
                </a:solidFill>
                <a:highlight>
                  <a:srgbClr val="FFFFFF"/>
                </a:highlight>
                <a:latin typeface="Calibri"/>
                <a:ea typeface="Calibri"/>
                <a:cs typeface="Calibri"/>
                <a:sym typeface="Calibri"/>
              </a:rPr>
              <a:t>obal Coral Reef Monitoring Network. (2022). </a:t>
            </a:r>
            <a:r>
              <a:rPr i="1" lang="en-US" sz="2000" u="sng">
                <a:solidFill>
                  <a:schemeClr val="dk1"/>
                </a:solidFill>
                <a:highlight>
                  <a:srgbClr val="FFFFFF"/>
                </a:highlight>
                <a:latin typeface="Calibri"/>
                <a:ea typeface="Calibri"/>
                <a:cs typeface="Calibri"/>
                <a:sym typeface="Calibri"/>
              </a:rPr>
              <a:t>Status of coral reefs of the world report</a:t>
            </a:r>
            <a:r>
              <a:rPr lang="en-US" sz="2000" u="sng">
                <a:solidFill>
                  <a:schemeClr val="dk1"/>
                </a:solidFill>
                <a:highlight>
                  <a:srgbClr val="FFFFFF"/>
                </a:highlight>
                <a:latin typeface="Calibri"/>
                <a:ea typeface="Calibri"/>
                <a:cs typeface="Calibri"/>
                <a:sym typeface="Calibri"/>
              </a:rPr>
              <a:t>.</a:t>
            </a:r>
            <a:r>
              <a:rPr lang="en-US" sz="2000" u="sng">
                <a:solidFill>
                  <a:schemeClr val="dk1"/>
                </a:solidFill>
                <a:highlight>
                  <a:srgbClr val="FFFFFF"/>
                </a:highlight>
                <a:latin typeface="Calibri"/>
                <a:ea typeface="Calibri"/>
                <a:cs typeface="Calibri"/>
                <a:sym typeface="Calibri"/>
                <a:hlinkClick r:id="rId6">
                  <a:extLst>
                    <a:ext uri="{A12FA001-AC4F-418D-AE19-62706E023703}">
                      <ahyp:hlinkClr val="tx"/>
                    </a:ext>
                  </a:extLst>
                </a:hlinkClick>
              </a:rPr>
              <a:t> https://gcrmn.net</a:t>
            </a:r>
            <a:endParaRPr sz="2000" u="sng">
              <a:solidFill>
                <a:schemeClr val="dk1"/>
              </a:solidFill>
              <a:highlight>
                <a:srgbClr val="FFFFFF"/>
              </a:highlight>
              <a:latin typeface="Calibri"/>
              <a:ea typeface="Calibri"/>
              <a:cs typeface="Calibri"/>
              <a:sym typeface="Calibri"/>
            </a:endParaRPr>
          </a:p>
          <a:p>
            <a:pPr indent="0" lvl="0" marL="457200" rtl="0" algn="l">
              <a:lnSpc>
                <a:spcPct val="115000"/>
              </a:lnSpc>
              <a:spcBef>
                <a:spcPts val="1200"/>
              </a:spcBef>
              <a:spcAft>
                <a:spcPts val="0"/>
              </a:spcAft>
              <a:buNone/>
            </a:pPr>
            <a:r>
              <a:rPr lang="en-US" sz="2000" u="sng">
                <a:solidFill>
                  <a:schemeClr val="dk1"/>
                </a:solidFill>
                <a:highlight>
                  <a:srgbClr val="FFFFFF"/>
                </a:highlight>
                <a:latin typeface="Calibri"/>
                <a:ea typeface="Calibri"/>
                <a:cs typeface="Calibri"/>
                <a:sym typeface="Calibri"/>
              </a:rPr>
              <a:t>Pacific Data Hub. (2024). </a:t>
            </a:r>
            <a:r>
              <a:rPr i="1" lang="en-US" sz="2000" u="sng">
                <a:solidFill>
                  <a:schemeClr val="dk1"/>
                </a:solidFill>
                <a:highlight>
                  <a:srgbClr val="FFFFFF"/>
                </a:highlight>
                <a:latin typeface="Calibri"/>
                <a:ea typeface="Calibri"/>
                <a:cs typeface="Calibri"/>
                <a:sym typeface="Calibri"/>
              </a:rPr>
              <a:t>Global distribution of coral reefs dataset</a:t>
            </a:r>
            <a:r>
              <a:rPr lang="en-US" sz="2000" u="sng">
                <a:solidFill>
                  <a:schemeClr val="dk1"/>
                </a:solidFill>
                <a:highlight>
                  <a:srgbClr val="FFFFFF"/>
                </a:highlight>
                <a:latin typeface="Calibri"/>
                <a:ea typeface="Calibri"/>
                <a:cs typeface="Calibri"/>
                <a:sym typeface="Calibri"/>
              </a:rPr>
              <a:t>.</a:t>
            </a:r>
            <a:r>
              <a:rPr lang="en-US" sz="2000" u="sng">
                <a:solidFill>
                  <a:schemeClr val="dk1"/>
                </a:solidFill>
                <a:highlight>
                  <a:srgbClr val="FFFFFF"/>
                </a:highlight>
                <a:latin typeface="Calibri"/>
                <a:ea typeface="Calibri"/>
                <a:cs typeface="Calibri"/>
                <a:sym typeface="Calibri"/>
                <a:hlinkClick r:id="rId7">
                  <a:extLst>
                    <a:ext uri="{A12FA001-AC4F-418D-AE19-62706E023703}">
                      <ahyp:hlinkClr val="tx"/>
                    </a:ext>
                  </a:extLst>
                </a:hlinkClick>
              </a:rPr>
              <a:t> </a:t>
            </a:r>
            <a:r>
              <a:rPr lang="en-US" sz="2000" u="sng">
                <a:solidFill>
                  <a:schemeClr val="dk1"/>
                </a:solidFill>
                <a:highlight>
                  <a:srgbClr val="FFFFFF"/>
                </a:highlight>
                <a:latin typeface="Calibri"/>
                <a:ea typeface="Calibri"/>
                <a:cs typeface="Calibri"/>
                <a:sym typeface="Calibri"/>
                <a:hlinkClick r:id="rId8">
                  <a:extLst>
                    <a:ext uri="{A12FA001-AC4F-418D-AE19-62706E023703}">
                      <ahyp:hlinkClr val="tx"/>
                    </a:ext>
                  </a:extLst>
                </a:hlinkClick>
              </a:rPr>
              <a:t>http://pacificdata.org</a:t>
            </a:r>
            <a:endParaRPr sz="2000" u="sng">
              <a:solidFill>
                <a:schemeClr val="dk1"/>
              </a:solidFill>
              <a:highlight>
                <a:srgbClr val="FFFFFF"/>
              </a:highlight>
              <a:latin typeface="Calibri"/>
              <a:ea typeface="Calibri"/>
              <a:cs typeface="Calibri"/>
              <a:sym typeface="Calibri"/>
            </a:endParaRPr>
          </a:p>
          <a:p>
            <a:pPr indent="0" lvl="0" marL="457200" rtl="0" algn="l">
              <a:lnSpc>
                <a:spcPct val="115000"/>
              </a:lnSpc>
              <a:spcBef>
                <a:spcPts val="1200"/>
              </a:spcBef>
              <a:spcAft>
                <a:spcPts val="1200"/>
              </a:spcAft>
              <a:buNone/>
            </a:pPr>
            <a:r>
              <a:rPr lang="en-US" sz="2000" u="sng">
                <a:solidFill>
                  <a:schemeClr val="dk1"/>
                </a:solidFill>
                <a:highlight>
                  <a:srgbClr val="FFFFFF"/>
                </a:highlight>
                <a:latin typeface="Calibri"/>
                <a:ea typeface="Calibri"/>
                <a:cs typeface="Calibri"/>
                <a:sym typeface="Calibri"/>
              </a:rPr>
              <a:t>Kaggle. (2024). </a:t>
            </a:r>
            <a:r>
              <a:rPr i="1" lang="en-US" sz="2000" u="sng">
                <a:solidFill>
                  <a:schemeClr val="dk1"/>
                </a:solidFill>
                <a:highlight>
                  <a:srgbClr val="FFFFFF"/>
                </a:highlight>
                <a:latin typeface="Calibri"/>
                <a:ea typeface="Calibri"/>
                <a:cs typeface="Calibri"/>
                <a:sym typeface="Calibri"/>
              </a:rPr>
              <a:t>Coral reef global bleaching dataset</a:t>
            </a:r>
            <a:r>
              <a:rPr lang="en-US" sz="2000" u="sng">
                <a:solidFill>
                  <a:schemeClr val="dk1"/>
                </a:solidFill>
                <a:highlight>
                  <a:srgbClr val="FFFFFF"/>
                </a:highlight>
                <a:latin typeface="Calibri"/>
                <a:ea typeface="Calibri"/>
                <a:cs typeface="Calibri"/>
                <a:sym typeface="Calibri"/>
              </a:rPr>
              <a:t>.</a:t>
            </a:r>
            <a:r>
              <a:rPr lang="en-US" sz="2000" u="sng">
                <a:solidFill>
                  <a:schemeClr val="dk1"/>
                </a:solidFill>
                <a:highlight>
                  <a:srgbClr val="FFFFFF"/>
                </a:highlight>
                <a:latin typeface="Calibri"/>
                <a:ea typeface="Calibri"/>
                <a:cs typeface="Calibri"/>
                <a:sym typeface="Calibri"/>
                <a:hlinkClick r:id="rId9">
                  <a:extLst>
                    <a:ext uri="{A12FA001-AC4F-418D-AE19-62706E023703}">
                      <ahyp:hlinkClr val="tx"/>
                    </a:ext>
                  </a:extLst>
                </a:hlinkClick>
              </a:rPr>
              <a:t> https://www.kaggle.com</a:t>
            </a:r>
            <a:endParaRPr sz="2400">
              <a:solidFill>
                <a:schemeClr val="dk1"/>
              </a:solidFill>
              <a:latin typeface="Calibri"/>
              <a:ea typeface="Calibri"/>
              <a:cs typeface="Calibri"/>
              <a:sym typeface="Calibri"/>
            </a:endParaRPr>
          </a:p>
        </p:txBody>
      </p:sp>
      <p:sp>
        <p:nvSpPr>
          <p:cNvPr id="93" name="Google Shape;93;p13"/>
          <p:cNvSpPr txBox="1"/>
          <p:nvPr/>
        </p:nvSpPr>
        <p:spPr>
          <a:xfrm>
            <a:off x="399750" y="18026221"/>
            <a:ext cx="8097000" cy="2147100"/>
          </a:xfrm>
          <a:prstGeom prst="rect">
            <a:avLst/>
          </a:prstGeom>
          <a:noFill/>
          <a:ln>
            <a:noFill/>
          </a:ln>
        </p:spPr>
        <p:txBody>
          <a:bodyPr anchorCtr="0" anchor="t" bIns="45700" lIns="91425" spcFirstLastPara="1" rIns="91425" wrap="square" tIns="45700">
            <a:spAutoFit/>
          </a:bodyPr>
          <a:lstStyle/>
          <a:p>
            <a:pPr indent="0" lvl="0" marL="0" rtl="0" algn="l">
              <a:lnSpc>
                <a:spcPct val="115000"/>
              </a:lnSpc>
              <a:spcBef>
                <a:spcPts val="1200"/>
              </a:spcBef>
              <a:spcAft>
                <a:spcPts val="1200"/>
              </a:spcAft>
              <a:buClr>
                <a:schemeClr val="dk1"/>
              </a:buClr>
              <a:buSzPts val="1100"/>
              <a:buFont typeface="Arial"/>
              <a:buNone/>
            </a:pPr>
            <a:r>
              <a:rPr lang="en-US" sz="3000">
                <a:solidFill>
                  <a:srgbClr val="333333"/>
                </a:solidFill>
                <a:highlight>
                  <a:srgbClr val="FFFFFF"/>
                </a:highlight>
                <a:latin typeface="Calibri"/>
                <a:ea typeface="Calibri"/>
                <a:cs typeface="Calibri"/>
                <a:sym typeface="Calibri"/>
              </a:rPr>
              <a:t>The second dataset is the coral reef bleaching dataset available on Kaggle, which includes historical bleaching observations and environmental factors. </a:t>
            </a:r>
            <a:endParaRPr sz="3200">
              <a:latin typeface="Calibri"/>
              <a:ea typeface="Calibri"/>
              <a:cs typeface="Calibri"/>
              <a:sym typeface="Calibri"/>
            </a:endParaRPr>
          </a:p>
        </p:txBody>
      </p:sp>
      <p:sp>
        <p:nvSpPr>
          <p:cNvPr id="94" name="Google Shape;94;p13"/>
          <p:cNvSpPr/>
          <p:nvPr/>
        </p:nvSpPr>
        <p:spPr>
          <a:xfrm>
            <a:off x="9411114" y="10871575"/>
            <a:ext cx="8206500" cy="831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1" lang="en-US" sz="2400">
                <a:solidFill>
                  <a:schemeClr val="dk1"/>
                </a:solidFill>
                <a:latin typeface="Calibri"/>
                <a:ea typeface="Calibri"/>
                <a:cs typeface="Calibri"/>
                <a:sym typeface="Calibri"/>
              </a:rPr>
              <a:t>Figure 2</a:t>
            </a:r>
            <a:r>
              <a:rPr lang="en-US" sz="2400">
                <a:solidFill>
                  <a:schemeClr val="dk1"/>
                </a:solidFill>
                <a:latin typeface="Calibri"/>
                <a:ea typeface="Calibri"/>
                <a:cs typeface="Calibri"/>
                <a:sym typeface="Calibri"/>
              </a:rPr>
              <a:t>: The workflow to process data from collecting to  transforming the data shown in this flow diagram.</a:t>
            </a:r>
            <a:endParaRPr i="1" sz="2400">
              <a:solidFill>
                <a:schemeClr val="dk1"/>
              </a:solidFill>
              <a:latin typeface="Calibri"/>
              <a:ea typeface="Calibri"/>
              <a:cs typeface="Calibri"/>
              <a:sym typeface="Calibri"/>
            </a:endParaRPr>
          </a:p>
        </p:txBody>
      </p:sp>
      <p:sp>
        <p:nvSpPr>
          <p:cNvPr id="95" name="Google Shape;95;p13"/>
          <p:cNvSpPr txBox="1"/>
          <p:nvPr/>
        </p:nvSpPr>
        <p:spPr>
          <a:xfrm>
            <a:off x="9961678" y="-51675"/>
            <a:ext cx="18443100" cy="1976400"/>
          </a:xfrm>
          <a:prstGeom prst="rect">
            <a:avLst/>
          </a:prstGeom>
          <a:noFill/>
          <a:ln>
            <a:noFill/>
          </a:ln>
        </p:spPr>
        <p:txBody>
          <a:bodyPr anchorCtr="0" anchor="t" bIns="45700" lIns="91425" spcFirstLastPara="1" rIns="91425" wrap="square" tIns="45700">
            <a:spAutoFit/>
          </a:bodyPr>
          <a:lstStyle/>
          <a:p>
            <a:pPr indent="0" lvl="0" marL="0" marR="0" rtl="0" algn="ctr">
              <a:lnSpc>
                <a:spcPct val="76519"/>
              </a:lnSpc>
              <a:spcBef>
                <a:spcPts val="0"/>
              </a:spcBef>
              <a:spcAft>
                <a:spcPts val="0"/>
              </a:spcAft>
              <a:buNone/>
            </a:pPr>
            <a:r>
              <a:rPr b="1" lang="en-US" sz="7998">
                <a:solidFill>
                  <a:schemeClr val="lt1"/>
                </a:solidFill>
                <a:latin typeface="Calibri"/>
                <a:ea typeface="Calibri"/>
                <a:cs typeface="Calibri"/>
                <a:sym typeface="Calibri"/>
              </a:rPr>
              <a:t>Coral Reef Bleaching and Ocean </a:t>
            </a:r>
            <a:r>
              <a:rPr b="1" lang="en-US" sz="7998">
                <a:solidFill>
                  <a:schemeClr val="lt1"/>
                </a:solidFill>
                <a:latin typeface="Calibri"/>
                <a:ea typeface="Calibri"/>
                <a:cs typeface="Calibri"/>
                <a:sym typeface="Calibri"/>
              </a:rPr>
              <a:t>Temperature</a:t>
            </a:r>
            <a:r>
              <a:rPr b="1" lang="en-US" sz="7998">
                <a:solidFill>
                  <a:schemeClr val="lt1"/>
                </a:solidFill>
                <a:latin typeface="Calibri"/>
                <a:ea typeface="Calibri"/>
                <a:cs typeface="Calibri"/>
                <a:sym typeface="Calibri"/>
              </a:rPr>
              <a:t> Trends: Predicting Future Risk</a:t>
            </a:r>
            <a:endParaRPr/>
          </a:p>
        </p:txBody>
      </p:sp>
      <p:sp>
        <p:nvSpPr>
          <p:cNvPr id="96" name="Google Shape;96;p13"/>
          <p:cNvSpPr txBox="1"/>
          <p:nvPr/>
        </p:nvSpPr>
        <p:spPr>
          <a:xfrm>
            <a:off x="7605998" y="2393406"/>
            <a:ext cx="21321843" cy="695062"/>
          </a:xfrm>
          <a:prstGeom prst="rect">
            <a:avLst/>
          </a:prstGeom>
          <a:noFill/>
          <a:ln>
            <a:noFill/>
          </a:ln>
        </p:spPr>
        <p:txBody>
          <a:bodyPr anchorCtr="0" anchor="t" bIns="45700" lIns="91425" spcFirstLastPara="1" rIns="91425" wrap="square" tIns="45700">
            <a:spAutoFit/>
          </a:bodyPr>
          <a:lstStyle/>
          <a:p>
            <a:pPr indent="0" lvl="0" marL="0" marR="0" rtl="0" algn="ctr">
              <a:lnSpc>
                <a:spcPct val="138333"/>
              </a:lnSpc>
              <a:spcBef>
                <a:spcPts val="0"/>
              </a:spcBef>
              <a:spcAft>
                <a:spcPts val="0"/>
              </a:spcAft>
              <a:buNone/>
            </a:pPr>
            <a:r>
              <a:rPr lang="en-US" sz="3600">
                <a:solidFill>
                  <a:schemeClr val="lt1"/>
                </a:solidFill>
                <a:latin typeface="Calibri"/>
                <a:ea typeface="Calibri"/>
                <a:cs typeface="Calibri"/>
                <a:sym typeface="Calibri"/>
              </a:rPr>
              <a:t>Department of Computational and Data Sciences, George Mason University, Fairfax, VA</a:t>
            </a:r>
            <a:endParaRPr/>
          </a:p>
        </p:txBody>
      </p:sp>
      <p:pic>
        <p:nvPicPr>
          <p:cNvPr id="97" name="Google Shape;97;p13"/>
          <p:cNvPicPr preferRelativeResize="0"/>
          <p:nvPr/>
        </p:nvPicPr>
        <p:blipFill rotWithShape="1">
          <a:blip r:embed="rId10">
            <a:alphaModFix/>
          </a:blip>
          <a:srcRect b="0" l="0" r="0" t="0"/>
          <a:stretch/>
        </p:blipFill>
        <p:spPr>
          <a:xfrm>
            <a:off x="853550" y="103436"/>
            <a:ext cx="4399383" cy="2839137"/>
          </a:xfrm>
          <a:prstGeom prst="rect">
            <a:avLst/>
          </a:prstGeom>
          <a:noFill/>
          <a:ln>
            <a:noFill/>
          </a:ln>
        </p:spPr>
      </p:pic>
      <p:sp>
        <p:nvSpPr>
          <p:cNvPr id="98" name="Google Shape;98;p13"/>
          <p:cNvSpPr/>
          <p:nvPr/>
        </p:nvSpPr>
        <p:spPr>
          <a:xfrm>
            <a:off x="27747171" y="3566415"/>
            <a:ext cx="7955280" cy="685800"/>
          </a:xfrm>
          <a:prstGeom prst="rect">
            <a:avLst/>
          </a:prstGeom>
          <a:solidFill>
            <a:srgbClr val="00724C"/>
          </a:solidFill>
          <a:ln cap="flat" cmpd="sng" w="12700">
            <a:solidFill>
              <a:srgbClr val="385623"/>
            </a:solidFill>
            <a:prstDash val="solid"/>
            <a:miter lim="800000"/>
            <a:headEnd len="sm" w="sm" type="none"/>
            <a:tailEnd len="sm" w="sm" type="none"/>
          </a:ln>
          <a:effectLst>
            <a:outerShdw blurRad="50800" rotWithShape="0" algn="tl" dir="2700000" dist="38100">
              <a:srgbClr val="000000">
                <a:alpha val="40000"/>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rPr lang="en-US" sz="4200">
                <a:solidFill>
                  <a:schemeClr val="lt1"/>
                </a:solidFill>
                <a:latin typeface="Calibri"/>
                <a:ea typeface="Calibri"/>
                <a:cs typeface="Calibri"/>
                <a:sym typeface="Calibri"/>
              </a:rPr>
              <a:t>Discussion</a:t>
            </a:r>
            <a:endParaRPr/>
          </a:p>
        </p:txBody>
      </p:sp>
      <p:pic>
        <p:nvPicPr>
          <p:cNvPr id="99" name="Google Shape;99;p13"/>
          <p:cNvPicPr preferRelativeResize="0"/>
          <p:nvPr/>
        </p:nvPicPr>
        <p:blipFill rotWithShape="1">
          <a:blip r:embed="rId10">
            <a:alphaModFix/>
          </a:blip>
          <a:srcRect b="0" l="0" r="0" t="0"/>
          <a:stretch/>
        </p:blipFill>
        <p:spPr>
          <a:xfrm>
            <a:off x="31508273" y="103436"/>
            <a:ext cx="4399383" cy="2839137"/>
          </a:xfrm>
          <a:prstGeom prst="rect">
            <a:avLst/>
          </a:prstGeom>
          <a:noFill/>
          <a:ln>
            <a:noFill/>
          </a:ln>
        </p:spPr>
      </p:pic>
      <p:sp>
        <p:nvSpPr>
          <p:cNvPr id="100" name="Google Shape;100;p13"/>
          <p:cNvSpPr/>
          <p:nvPr/>
        </p:nvSpPr>
        <p:spPr>
          <a:xfrm>
            <a:off x="470562" y="13462464"/>
            <a:ext cx="7955400" cy="685800"/>
          </a:xfrm>
          <a:prstGeom prst="rect">
            <a:avLst/>
          </a:prstGeom>
          <a:solidFill>
            <a:srgbClr val="00724C"/>
          </a:solidFill>
          <a:ln cap="flat" cmpd="sng" w="12700">
            <a:solidFill>
              <a:srgbClr val="385623"/>
            </a:solidFill>
            <a:prstDash val="solid"/>
            <a:miter lim="800000"/>
            <a:headEnd len="sm" w="sm" type="none"/>
            <a:tailEnd len="sm" w="sm" type="none"/>
          </a:ln>
          <a:effectLst>
            <a:outerShdw blurRad="50800" rotWithShape="0" algn="tl" dir="2700000" dist="38100">
              <a:srgbClr val="000000">
                <a:alpha val="40000"/>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rPr lang="en-US" sz="4200">
                <a:solidFill>
                  <a:schemeClr val="lt1"/>
                </a:solidFill>
                <a:latin typeface="Calibri"/>
                <a:ea typeface="Calibri"/>
                <a:cs typeface="Calibri"/>
                <a:sym typeface="Calibri"/>
              </a:rPr>
              <a:t>Data</a:t>
            </a:r>
            <a:endParaRPr/>
          </a:p>
        </p:txBody>
      </p:sp>
      <p:sp>
        <p:nvSpPr>
          <p:cNvPr id="101" name="Google Shape;101;p13"/>
          <p:cNvSpPr/>
          <p:nvPr/>
        </p:nvSpPr>
        <p:spPr>
          <a:xfrm>
            <a:off x="681957" y="14148273"/>
            <a:ext cx="7985700" cy="1951800"/>
          </a:xfrm>
          <a:prstGeom prst="rect">
            <a:avLst/>
          </a:prstGeom>
          <a:noFill/>
          <a:ln>
            <a:noFill/>
          </a:ln>
        </p:spPr>
        <p:txBody>
          <a:bodyPr anchorCtr="0" anchor="t" bIns="45700" lIns="91425" spcFirstLastPara="1" rIns="91425" wrap="square" tIns="45700">
            <a:noAutofit/>
          </a:bodyPr>
          <a:lstStyle/>
          <a:p>
            <a:pPr indent="0" lvl="0" marL="0" rtl="0" algn="l">
              <a:lnSpc>
                <a:spcPct val="115000"/>
              </a:lnSpc>
              <a:spcBef>
                <a:spcPts val="1200"/>
              </a:spcBef>
              <a:spcAft>
                <a:spcPts val="1200"/>
              </a:spcAft>
              <a:buClr>
                <a:schemeClr val="dk1"/>
              </a:buClr>
              <a:buSzPts val="1100"/>
              <a:buFont typeface="Arial"/>
              <a:buNone/>
            </a:pPr>
            <a:r>
              <a:rPr lang="en-US" sz="2800">
                <a:solidFill>
                  <a:srgbClr val="333333"/>
                </a:solidFill>
                <a:highlight>
                  <a:srgbClr val="FFFFFF"/>
                </a:highlight>
                <a:latin typeface="Calibri"/>
                <a:ea typeface="Calibri"/>
                <a:cs typeface="Calibri"/>
                <a:sym typeface="Calibri"/>
              </a:rPr>
              <a:t>The first dataset comes from NOAA Coral Reef Watch and includes near real-time and historical ocean heat stress data, including sea surface temperature (SST) and temperature anomalies.</a:t>
            </a:r>
            <a:endParaRPr sz="3000">
              <a:latin typeface="Calibri"/>
              <a:ea typeface="Calibri"/>
              <a:cs typeface="Calibri"/>
              <a:sym typeface="Calibri"/>
            </a:endParaRPr>
          </a:p>
        </p:txBody>
      </p:sp>
      <p:sp>
        <p:nvSpPr>
          <p:cNvPr id="102" name="Google Shape;102;p13"/>
          <p:cNvSpPr txBox="1"/>
          <p:nvPr/>
        </p:nvSpPr>
        <p:spPr>
          <a:xfrm>
            <a:off x="27748922" y="4525663"/>
            <a:ext cx="7874400" cy="3853500"/>
          </a:xfrm>
          <a:prstGeom prst="rect">
            <a:avLst/>
          </a:prstGeom>
          <a:noFill/>
          <a:ln>
            <a:noFill/>
          </a:ln>
        </p:spPr>
        <p:txBody>
          <a:bodyPr anchorCtr="0" anchor="t" bIns="45700" lIns="91425" spcFirstLastPara="1" rIns="91425" wrap="square" tIns="45700">
            <a:spAutoFit/>
          </a:bodyPr>
          <a:lstStyle/>
          <a:p>
            <a:pPr indent="0" lvl="0" marL="0" rtl="0" algn="l">
              <a:lnSpc>
                <a:spcPct val="115000"/>
              </a:lnSpc>
              <a:spcBef>
                <a:spcPts val="0"/>
              </a:spcBef>
              <a:spcAft>
                <a:spcPts val="0"/>
              </a:spcAft>
              <a:buClr>
                <a:schemeClr val="dk1"/>
              </a:buClr>
              <a:buSzPts val="1100"/>
              <a:buFont typeface="Arial"/>
              <a:buNone/>
            </a:pPr>
            <a:r>
              <a:rPr lang="en-US" sz="2700">
                <a:solidFill>
                  <a:schemeClr val="dk1"/>
                </a:solidFill>
                <a:latin typeface="Calibri"/>
                <a:ea typeface="Calibri"/>
                <a:cs typeface="Calibri"/>
                <a:sym typeface="Calibri"/>
              </a:rPr>
              <a:t>The line graph shows increasing ocean temperatures and anomalies over time, while the interactive map highlights where these changes have the greatest impact. The bar chart identifies which ocean regions experience the most bleaching. Together, these results suggest that rising temperatures are a key driver of coral bleaching and can help predict vulnerable regions in the future. </a:t>
            </a:r>
            <a:endParaRPr sz="5900">
              <a:solidFill>
                <a:schemeClr val="dk1"/>
              </a:solidFill>
              <a:latin typeface="Calibri"/>
              <a:ea typeface="Calibri"/>
              <a:cs typeface="Calibri"/>
              <a:sym typeface="Calibri"/>
            </a:endParaRPr>
          </a:p>
        </p:txBody>
      </p:sp>
      <p:sp>
        <p:nvSpPr>
          <p:cNvPr id="103" name="Google Shape;103;p13"/>
          <p:cNvSpPr/>
          <p:nvPr/>
        </p:nvSpPr>
        <p:spPr>
          <a:xfrm>
            <a:off x="27708426" y="8588998"/>
            <a:ext cx="7955400" cy="685800"/>
          </a:xfrm>
          <a:prstGeom prst="rect">
            <a:avLst/>
          </a:prstGeom>
          <a:solidFill>
            <a:srgbClr val="00724C"/>
          </a:solidFill>
          <a:ln cap="flat" cmpd="sng" w="12700">
            <a:solidFill>
              <a:srgbClr val="385623"/>
            </a:solidFill>
            <a:prstDash val="solid"/>
            <a:miter lim="800000"/>
            <a:headEnd len="sm" w="sm" type="none"/>
            <a:tailEnd len="sm" w="sm" type="none"/>
          </a:ln>
          <a:effectLst>
            <a:outerShdw blurRad="50800" rotWithShape="0" algn="tl" dir="2700000" dist="38100">
              <a:srgbClr val="000000">
                <a:alpha val="40000"/>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rPr lang="en-US" sz="4200">
                <a:solidFill>
                  <a:schemeClr val="lt1"/>
                </a:solidFill>
                <a:latin typeface="Calibri"/>
                <a:ea typeface="Calibri"/>
                <a:cs typeface="Calibri"/>
                <a:sym typeface="Calibri"/>
              </a:rPr>
              <a:t>Conclusion</a:t>
            </a:r>
            <a:endParaRPr/>
          </a:p>
        </p:txBody>
      </p:sp>
      <p:sp>
        <p:nvSpPr>
          <p:cNvPr id="104" name="Google Shape;104;p13"/>
          <p:cNvSpPr txBox="1"/>
          <p:nvPr/>
        </p:nvSpPr>
        <p:spPr>
          <a:xfrm>
            <a:off x="27708579" y="9411713"/>
            <a:ext cx="7955100" cy="3574800"/>
          </a:xfrm>
          <a:prstGeom prst="rect">
            <a:avLst/>
          </a:prstGeom>
          <a:noFill/>
          <a:ln>
            <a:noFill/>
          </a:ln>
        </p:spPr>
        <p:txBody>
          <a:bodyPr anchorCtr="0" anchor="t" bIns="45700" lIns="91425" spcFirstLastPara="1" rIns="91425" wrap="square" tIns="45700">
            <a:spAutoFit/>
          </a:bodyPr>
          <a:lstStyle/>
          <a:p>
            <a:pPr indent="0" lvl="0" marL="0" rtl="0" algn="l">
              <a:lnSpc>
                <a:spcPct val="115000"/>
              </a:lnSpc>
              <a:spcBef>
                <a:spcPts val="0"/>
              </a:spcBef>
              <a:spcAft>
                <a:spcPts val="0"/>
              </a:spcAft>
              <a:buClr>
                <a:schemeClr val="dk1"/>
              </a:buClr>
              <a:buSzPts val="1100"/>
              <a:buFont typeface="Arial"/>
              <a:buNone/>
            </a:pPr>
            <a:r>
              <a:rPr lang="en-US" sz="2500">
                <a:solidFill>
                  <a:schemeClr val="dk1"/>
                </a:solidFill>
                <a:latin typeface="Calibri"/>
                <a:ea typeface="Calibri"/>
                <a:cs typeface="Calibri"/>
                <a:sym typeface="Calibri"/>
              </a:rPr>
              <a:t>The data shows a clear increase in ocean temperatures and heat stress over time. This rise aligns with higher coral bleaching in regions like the Pacific and Atlantic Oceans, indicating a strong link between warming and reef damage. Overall, continued ocean warming will likely lead to more widespread and severe coral bleaching in the future. These findings highlight the urgent need to monitor and reduce ocean warming to protect coral reef ecosystems. </a:t>
            </a:r>
            <a:endParaRPr sz="2500">
              <a:solidFill>
                <a:schemeClr val="dk1"/>
              </a:solidFill>
              <a:latin typeface="Calibri"/>
              <a:ea typeface="Calibri"/>
              <a:cs typeface="Calibri"/>
              <a:sym typeface="Calibri"/>
            </a:endParaRPr>
          </a:p>
        </p:txBody>
      </p:sp>
      <p:sp>
        <p:nvSpPr>
          <p:cNvPr id="105" name="Google Shape;105;p13"/>
          <p:cNvSpPr/>
          <p:nvPr/>
        </p:nvSpPr>
        <p:spPr>
          <a:xfrm>
            <a:off x="0" y="6625875"/>
            <a:ext cx="3459900" cy="3839100"/>
          </a:xfrm>
          <a:prstGeom prst="rect">
            <a:avLst/>
          </a:prstGeom>
          <a:noFill/>
          <a:ln>
            <a:noFill/>
          </a:ln>
        </p:spPr>
        <p:txBody>
          <a:bodyPr anchorCtr="0" anchor="t" bIns="45700" lIns="91425" spcFirstLastPara="1" rIns="91425" wrap="square" tIns="45700">
            <a:noAutofit/>
          </a:bodyPr>
          <a:lstStyle/>
          <a:p>
            <a:pPr indent="0" lvl="0" marL="0" rtl="0" algn="l">
              <a:lnSpc>
                <a:spcPct val="115000"/>
              </a:lnSpc>
              <a:spcBef>
                <a:spcPts val="1200"/>
              </a:spcBef>
              <a:spcAft>
                <a:spcPts val="1200"/>
              </a:spcAft>
              <a:buClr>
                <a:schemeClr val="dk1"/>
              </a:buClr>
              <a:buSzPts val="1100"/>
              <a:buFont typeface="Arial"/>
              <a:buNone/>
            </a:pPr>
            <a:r>
              <a:rPr lang="en-US" sz="2500">
                <a:solidFill>
                  <a:schemeClr val="dk1"/>
                </a:solidFill>
                <a:highlight>
                  <a:srgbClr val="FFFFFF"/>
                </a:highlight>
                <a:latin typeface="Calibri"/>
                <a:ea typeface="Calibri"/>
                <a:cs typeface="Calibri"/>
                <a:sym typeface="Calibri"/>
              </a:rPr>
              <a:t>They also </a:t>
            </a:r>
            <a:r>
              <a:rPr lang="en-US" sz="2500">
                <a:solidFill>
                  <a:schemeClr val="dk1"/>
                </a:solidFill>
                <a:latin typeface="Calibri"/>
                <a:ea typeface="Calibri"/>
                <a:cs typeface="Calibri"/>
                <a:sym typeface="Calibri"/>
              </a:rPr>
              <a:t>act as natural, submerged breakwaters, meaning they absorb wave energy from storms which protects coastal communities from flooding and erosion. </a:t>
            </a:r>
            <a:endParaRPr>
              <a:solidFill>
                <a:schemeClr val="dk1"/>
              </a:solidFill>
              <a:latin typeface="Calibri"/>
              <a:ea typeface="Calibri"/>
              <a:cs typeface="Calibri"/>
              <a:sym typeface="Calibri"/>
            </a:endParaRPr>
          </a:p>
        </p:txBody>
      </p:sp>
      <p:sp>
        <p:nvSpPr>
          <p:cNvPr id="106" name="Google Shape;106;p13"/>
          <p:cNvSpPr/>
          <p:nvPr/>
        </p:nvSpPr>
        <p:spPr>
          <a:xfrm>
            <a:off x="3937914" y="9206338"/>
            <a:ext cx="4145700" cy="831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1" lang="en-US" sz="2400">
                <a:solidFill>
                  <a:schemeClr val="dk1"/>
                </a:solidFill>
                <a:latin typeface="Calibri"/>
                <a:ea typeface="Calibri"/>
                <a:cs typeface="Calibri"/>
                <a:sym typeface="Calibri"/>
              </a:rPr>
              <a:t>Figure 1</a:t>
            </a:r>
            <a:r>
              <a:rPr lang="en-US" sz="2400">
                <a:solidFill>
                  <a:schemeClr val="dk1"/>
                </a:solidFill>
                <a:latin typeface="Calibri"/>
                <a:ea typeface="Calibri"/>
                <a:cs typeface="Calibri"/>
                <a:sym typeface="Calibri"/>
              </a:rPr>
              <a:t>: Coral reef before and after bleaching.</a:t>
            </a:r>
            <a:endParaRPr/>
          </a:p>
        </p:txBody>
      </p:sp>
      <p:sp>
        <p:nvSpPr>
          <p:cNvPr id="107" name="Google Shape;107;p13"/>
          <p:cNvSpPr/>
          <p:nvPr/>
        </p:nvSpPr>
        <p:spPr>
          <a:xfrm>
            <a:off x="470089" y="11702585"/>
            <a:ext cx="7814700" cy="1208100"/>
          </a:xfrm>
          <a:prstGeom prst="rect">
            <a:avLst/>
          </a:prstGeom>
          <a:noFill/>
          <a:ln>
            <a:noFill/>
          </a:ln>
        </p:spPr>
        <p:txBody>
          <a:bodyPr anchorCtr="0" anchor="t" bIns="45700" lIns="91425" spcFirstLastPara="1" rIns="91425" wrap="square" tIns="45700">
            <a:noAutofit/>
          </a:bodyPr>
          <a:lstStyle/>
          <a:p>
            <a:pPr indent="0" lvl="0" marL="457200" rtl="0" algn="l">
              <a:lnSpc>
                <a:spcPct val="115000"/>
              </a:lnSpc>
              <a:spcBef>
                <a:spcPts val="1200"/>
              </a:spcBef>
              <a:spcAft>
                <a:spcPts val="0"/>
              </a:spcAft>
              <a:buNone/>
            </a:pPr>
            <a:r>
              <a:rPr lang="en-US" sz="2800">
                <a:solidFill>
                  <a:srgbClr val="333333"/>
                </a:solidFill>
                <a:highlight>
                  <a:srgbClr val="FFFFFF"/>
                </a:highlight>
                <a:latin typeface="Calibri"/>
                <a:ea typeface="Calibri"/>
                <a:cs typeface="Calibri"/>
                <a:sym typeface="Calibri"/>
              </a:rPr>
              <a:t> Can historical coral bleaching and ocean heat-stress data be used to identify reef regions with the highest future bleaching risk?</a:t>
            </a:r>
            <a:endParaRPr sz="3000">
              <a:solidFill>
                <a:srgbClr val="333333"/>
              </a:solidFill>
              <a:highlight>
                <a:srgbClr val="FFFFFF"/>
              </a:highlight>
              <a:latin typeface="Calibri"/>
              <a:ea typeface="Calibri"/>
              <a:cs typeface="Calibri"/>
              <a:sym typeface="Calibri"/>
            </a:endParaRPr>
          </a:p>
          <a:p>
            <a:pPr indent="0" lvl="0" marL="457200" marR="0" rtl="0" algn="just">
              <a:lnSpc>
                <a:spcPct val="108888"/>
              </a:lnSpc>
              <a:spcBef>
                <a:spcPts val="1200"/>
              </a:spcBef>
              <a:spcAft>
                <a:spcPts val="0"/>
              </a:spcAft>
              <a:buNone/>
            </a:pPr>
            <a:r>
              <a:t/>
            </a:r>
            <a:endParaRPr sz="3900">
              <a:solidFill>
                <a:srgbClr val="333333"/>
              </a:solidFill>
              <a:highlight>
                <a:srgbClr val="FFFFFF"/>
              </a:highlight>
              <a:latin typeface="Calibri"/>
              <a:ea typeface="Calibri"/>
              <a:cs typeface="Calibri"/>
              <a:sym typeface="Calibri"/>
            </a:endParaRPr>
          </a:p>
        </p:txBody>
      </p:sp>
      <p:sp>
        <p:nvSpPr>
          <p:cNvPr id="108" name="Google Shape;108;p13"/>
          <p:cNvSpPr txBox="1"/>
          <p:nvPr/>
        </p:nvSpPr>
        <p:spPr>
          <a:xfrm>
            <a:off x="19179322" y="17037433"/>
            <a:ext cx="8257800" cy="3618600"/>
          </a:xfrm>
          <a:prstGeom prst="rect">
            <a:avLst/>
          </a:prstGeom>
          <a:noFill/>
          <a:ln>
            <a:noFill/>
          </a:ln>
        </p:spPr>
        <p:txBody>
          <a:bodyPr anchorCtr="0" anchor="t" bIns="45700" lIns="91425" spcFirstLastPara="1" rIns="91425" wrap="square" tIns="45700">
            <a:spAutoFit/>
          </a:bodyPr>
          <a:lstStyle/>
          <a:p>
            <a:pPr indent="0" lvl="0" marL="0" rtl="0" algn="l">
              <a:lnSpc>
                <a:spcPct val="115000"/>
              </a:lnSpc>
              <a:spcBef>
                <a:spcPts val="1200"/>
              </a:spcBef>
              <a:spcAft>
                <a:spcPts val="1200"/>
              </a:spcAft>
              <a:buClr>
                <a:schemeClr val="dk1"/>
              </a:buClr>
              <a:buSzPts val="1100"/>
              <a:buFont typeface="Arial"/>
              <a:buNone/>
            </a:pPr>
            <a:r>
              <a:rPr lang="en-US" sz="2900">
                <a:solidFill>
                  <a:schemeClr val="dk1"/>
                </a:solidFill>
                <a:latin typeface="Calibri"/>
                <a:ea typeface="Calibri"/>
                <a:cs typeface="Calibri"/>
                <a:sym typeface="Calibri"/>
              </a:rPr>
              <a:t> </a:t>
            </a:r>
            <a:r>
              <a:rPr b="1" lang="en-US" sz="2900">
                <a:solidFill>
                  <a:schemeClr val="dk1"/>
                </a:solidFill>
                <a:latin typeface="Calibri"/>
                <a:ea typeface="Calibri"/>
                <a:cs typeface="Calibri"/>
                <a:sym typeface="Calibri"/>
              </a:rPr>
              <a:t>Figure 5:</a:t>
            </a:r>
            <a:r>
              <a:rPr lang="en-US" sz="2900">
                <a:solidFill>
                  <a:schemeClr val="dk1"/>
                </a:solidFill>
                <a:latin typeface="Calibri"/>
                <a:ea typeface="Calibri"/>
                <a:cs typeface="Calibri"/>
                <a:sym typeface="Calibri"/>
              </a:rPr>
              <a:t> </a:t>
            </a:r>
            <a:r>
              <a:rPr i="1" lang="en-US" sz="2900">
                <a:solidFill>
                  <a:schemeClr val="dk1"/>
                </a:solidFill>
                <a:latin typeface="Calibri"/>
                <a:ea typeface="Calibri"/>
                <a:cs typeface="Calibri"/>
                <a:sym typeface="Calibri"/>
              </a:rPr>
              <a:t>Number of coral reef bleaching observations by ocean region, showing differences in the frequency of recorded bleaching events across global oceans. The graph shows that the Pacific Ocean has the highest number of bleaching observations, indicating that it is one of the most vulnerable regions.</a:t>
            </a:r>
            <a:endParaRPr sz="3200">
              <a:latin typeface="Calibri"/>
              <a:ea typeface="Calibri"/>
              <a:cs typeface="Calibri"/>
              <a:sym typeface="Calibri"/>
            </a:endParaRPr>
          </a:p>
        </p:txBody>
      </p:sp>
      <p:sp>
        <p:nvSpPr>
          <p:cNvPr id="109" name="Google Shape;109;p13"/>
          <p:cNvSpPr txBox="1"/>
          <p:nvPr/>
        </p:nvSpPr>
        <p:spPr>
          <a:xfrm>
            <a:off x="8472773" y="17307320"/>
            <a:ext cx="8257800" cy="2678100"/>
          </a:xfrm>
          <a:prstGeom prst="rect">
            <a:avLst/>
          </a:prstGeom>
          <a:noFill/>
          <a:ln>
            <a:noFill/>
          </a:ln>
        </p:spPr>
        <p:txBody>
          <a:bodyPr anchorCtr="0" anchor="t" bIns="45700" lIns="91425" spcFirstLastPara="1" rIns="91425" wrap="square" tIns="45700">
            <a:spAutoFit/>
          </a:bodyPr>
          <a:lstStyle/>
          <a:p>
            <a:pPr indent="0" lvl="0" marL="0" rtl="0" algn="l">
              <a:lnSpc>
                <a:spcPct val="115000"/>
              </a:lnSpc>
              <a:spcBef>
                <a:spcPts val="1200"/>
              </a:spcBef>
              <a:spcAft>
                <a:spcPts val="1200"/>
              </a:spcAft>
              <a:buClr>
                <a:schemeClr val="dk1"/>
              </a:buClr>
              <a:buSzPts val="1100"/>
              <a:buFont typeface="Arial"/>
              <a:buNone/>
            </a:pPr>
            <a:r>
              <a:rPr i="1" lang="en-US" sz="3000">
                <a:solidFill>
                  <a:srgbClr val="333333"/>
                </a:solidFill>
                <a:highlight>
                  <a:srgbClr val="FFFFFF"/>
                </a:highlight>
                <a:latin typeface="Calibri"/>
                <a:ea typeface="Calibri"/>
                <a:cs typeface="Calibri"/>
                <a:sym typeface="Calibri"/>
              </a:rPr>
              <a:t> </a:t>
            </a:r>
            <a:r>
              <a:rPr b="1" lang="en-US" sz="3000">
                <a:solidFill>
                  <a:srgbClr val="333333"/>
                </a:solidFill>
                <a:highlight>
                  <a:srgbClr val="FFFFFF"/>
                </a:highlight>
                <a:latin typeface="Calibri"/>
                <a:ea typeface="Calibri"/>
                <a:cs typeface="Calibri"/>
                <a:sym typeface="Calibri"/>
              </a:rPr>
              <a:t>Figure 3: </a:t>
            </a:r>
            <a:r>
              <a:rPr i="1" lang="en-US" sz="3000">
                <a:solidFill>
                  <a:srgbClr val="333333"/>
                </a:solidFill>
                <a:highlight>
                  <a:srgbClr val="FFFFFF"/>
                </a:highlight>
                <a:latin typeface="Calibri"/>
                <a:ea typeface="Calibri"/>
                <a:cs typeface="Calibri"/>
                <a:sym typeface="Calibri"/>
              </a:rPr>
              <a:t>Global distribution of coral reef bleaching events. Marker size and color represent bleaching severity across regions and over time. An interactive version of this visualization can be accessed here:</a:t>
            </a:r>
            <a:br>
              <a:rPr i="1" lang="en-US" sz="3000">
                <a:solidFill>
                  <a:srgbClr val="333333"/>
                </a:solidFill>
                <a:highlight>
                  <a:srgbClr val="FFFFFF"/>
                </a:highlight>
                <a:latin typeface="Calibri"/>
                <a:ea typeface="Calibri"/>
                <a:cs typeface="Calibri"/>
                <a:sym typeface="Calibri"/>
              </a:rPr>
            </a:br>
            <a:r>
              <a:rPr i="1" lang="en-US" sz="3000">
                <a:solidFill>
                  <a:srgbClr val="333333"/>
                </a:solidFill>
                <a:highlight>
                  <a:srgbClr val="FFFFFF"/>
                </a:highlight>
                <a:latin typeface="Calibri"/>
                <a:ea typeface="Calibri"/>
                <a:cs typeface="Calibri"/>
                <a:sym typeface="Calibri"/>
              </a:rPr>
              <a:t> </a:t>
            </a:r>
            <a:r>
              <a:rPr b="1" i="1" lang="en-US" sz="3000">
                <a:solidFill>
                  <a:srgbClr val="333333"/>
                </a:solidFill>
                <a:highlight>
                  <a:srgbClr val="FFFFFF"/>
                </a:highlight>
                <a:latin typeface="Calibri"/>
                <a:ea typeface="Calibri"/>
                <a:cs typeface="Calibri"/>
                <a:sym typeface="Calibri"/>
              </a:rPr>
              <a:t>[Tableau Public </a:t>
            </a:r>
            <a:r>
              <a:rPr b="1" i="1" lang="en-US" sz="3000" u="sng">
                <a:solidFill>
                  <a:srgbClr val="1155CC"/>
                </a:solidFill>
                <a:highlight>
                  <a:srgbClr val="FFFFFF"/>
                </a:highlight>
                <a:latin typeface="Calibri"/>
                <a:ea typeface="Calibri"/>
                <a:cs typeface="Calibri"/>
                <a:sym typeface="Calibri"/>
                <a:hlinkClick r:id="rId11">
                  <a:extLst>
                    <a:ext uri="{A12FA001-AC4F-418D-AE19-62706E023703}">
                      <ahyp:hlinkClr val="tx"/>
                    </a:ext>
                  </a:extLst>
                </a:hlinkClick>
              </a:rPr>
              <a:t>Link</a:t>
            </a:r>
            <a:r>
              <a:rPr b="1" i="1" lang="en-US" sz="3000">
                <a:solidFill>
                  <a:srgbClr val="333333"/>
                </a:solidFill>
                <a:highlight>
                  <a:srgbClr val="FFFFFF"/>
                </a:highlight>
                <a:latin typeface="Calibri"/>
                <a:ea typeface="Calibri"/>
                <a:cs typeface="Calibri"/>
                <a:sym typeface="Calibri"/>
              </a:rPr>
              <a:t>] or scan the QR code.</a:t>
            </a:r>
            <a:endParaRPr b="1" i="1" sz="3000">
              <a:latin typeface="Calibri"/>
              <a:ea typeface="Calibri"/>
              <a:cs typeface="Calibri"/>
              <a:sym typeface="Calibri"/>
            </a:endParaRPr>
          </a:p>
        </p:txBody>
      </p:sp>
      <p:sp>
        <p:nvSpPr>
          <p:cNvPr id="110" name="Google Shape;110;p13"/>
          <p:cNvSpPr txBox="1"/>
          <p:nvPr/>
        </p:nvSpPr>
        <p:spPr>
          <a:xfrm>
            <a:off x="7502660" y="1804656"/>
            <a:ext cx="21321900" cy="858900"/>
          </a:xfrm>
          <a:prstGeom prst="rect">
            <a:avLst/>
          </a:prstGeom>
          <a:noFill/>
          <a:ln>
            <a:noFill/>
          </a:ln>
        </p:spPr>
        <p:txBody>
          <a:bodyPr anchorCtr="0" anchor="t" bIns="45700" lIns="91425" spcFirstLastPara="1" rIns="91425" wrap="square" tIns="45700">
            <a:spAutoFit/>
          </a:bodyPr>
          <a:lstStyle/>
          <a:p>
            <a:pPr indent="0" lvl="0" marL="0" marR="0" rtl="0" algn="ctr">
              <a:lnSpc>
                <a:spcPct val="95787"/>
              </a:lnSpc>
              <a:spcBef>
                <a:spcPts val="0"/>
              </a:spcBef>
              <a:spcAft>
                <a:spcPts val="0"/>
              </a:spcAft>
              <a:buNone/>
            </a:pPr>
            <a:r>
              <a:rPr b="1" lang="en-US" sz="5199">
                <a:solidFill>
                  <a:schemeClr val="lt1"/>
                </a:solidFill>
                <a:latin typeface="Calibri"/>
                <a:ea typeface="Calibri"/>
                <a:cs typeface="Calibri"/>
                <a:sym typeface="Calibri"/>
              </a:rPr>
              <a:t>Othmane Kerfal</a:t>
            </a:r>
            <a:endParaRPr/>
          </a:p>
        </p:txBody>
      </p:sp>
      <p:pic>
        <p:nvPicPr>
          <p:cNvPr id="111" name="Google Shape;111;p13"/>
          <p:cNvPicPr preferRelativeResize="0"/>
          <p:nvPr/>
        </p:nvPicPr>
        <p:blipFill>
          <a:blip r:embed="rId12">
            <a:alphaModFix/>
          </a:blip>
          <a:stretch>
            <a:fillRect/>
          </a:stretch>
        </p:blipFill>
        <p:spPr>
          <a:xfrm>
            <a:off x="3937925" y="6449800"/>
            <a:ext cx="4399375" cy="2675950"/>
          </a:xfrm>
          <a:prstGeom prst="rect">
            <a:avLst/>
          </a:prstGeom>
          <a:noFill/>
          <a:ln>
            <a:noFill/>
          </a:ln>
        </p:spPr>
      </p:pic>
      <p:pic>
        <p:nvPicPr>
          <p:cNvPr id="112" name="Google Shape;112;p13"/>
          <p:cNvPicPr preferRelativeResize="0"/>
          <p:nvPr/>
        </p:nvPicPr>
        <p:blipFill>
          <a:blip r:embed="rId13">
            <a:alphaModFix/>
          </a:blip>
          <a:stretch>
            <a:fillRect/>
          </a:stretch>
        </p:blipFill>
        <p:spPr>
          <a:xfrm>
            <a:off x="18586375" y="4569763"/>
            <a:ext cx="8309699" cy="4832062"/>
          </a:xfrm>
          <a:prstGeom prst="rect">
            <a:avLst/>
          </a:prstGeom>
          <a:noFill/>
          <a:ln>
            <a:noFill/>
          </a:ln>
        </p:spPr>
      </p:pic>
      <p:pic>
        <p:nvPicPr>
          <p:cNvPr id="113" name="Google Shape;113;p13"/>
          <p:cNvPicPr preferRelativeResize="0"/>
          <p:nvPr/>
        </p:nvPicPr>
        <p:blipFill>
          <a:blip r:embed="rId14">
            <a:alphaModFix/>
          </a:blip>
          <a:stretch>
            <a:fillRect/>
          </a:stretch>
        </p:blipFill>
        <p:spPr>
          <a:xfrm>
            <a:off x="8540812" y="12046850"/>
            <a:ext cx="10118500" cy="4916200"/>
          </a:xfrm>
          <a:prstGeom prst="rect">
            <a:avLst/>
          </a:prstGeom>
          <a:noFill/>
          <a:ln>
            <a:noFill/>
          </a:ln>
        </p:spPr>
      </p:pic>
      <p:pic>
        <p:nvPicPr>
          <p:cNvPr id="114" name="Google Shape;114;p13"/>
          <p:cNvPicPr preferRelativeResize="0"/>
          <p:nvPr/>
        </p:nvPicPr>
        <p:blipFill>
          <a:blip r:embed="rId15">
            <a:alphaModFix/>
          </a:blip>
          <a:stretch>
            <a:fillRect/>
          </a:stretch>
        </p:blipFill>
        <p:spPr>
          <a:xfrm>
            <a:off x="19191100" y="12727975"/>
            <a:ext cx="7985700" cy="4309450"/>
          </a:xfrm>
          <a:prstGeom prst="rect">
            <a:avLst/>
          </a:prstGeom>
          <a:noFill/>
          <a:ln>
            <a:noFill/>
          </a:ln>
        </p:spPr>
      </p:pic>
      <p:pic>
        <p:nvPicPr>
          <p:cNvPr id="115" name="Google Shape;115;p13"/>
          <p:cNvPicPr preferRelativeResize="0"/>
          <p:nvPr/>
        </p:nvPicPr>
        <p:blipFill>
          <a:blip r:embed="rId16">
            <a:alphaModFix/>
          </a:blip>
          <a:stretch>
            <a:fillRect/>
          </a:stretch>
        </p:blipFill>
        <p:spPr>
          <a:xfrm>
            <a:off x="9999053" y="8298450"/>
            <a:ext cx="6472701" cy="2228850"/>
          </a:xfrm>
          <a:prstGeom prst="rect">
            <a:avLst/>
          </a:prstGeom>
          <a:solidFill>
            <a:srgbClr val="00724C"/>
          </a:solidFill>
          <a:ln cap="flat" cmpd="sng" w="12700">
            <a:solidFill>
              <a:srgbClr val="385623"/>
            </a:solidFill>
            <a:prstDash val="solid"/>
            <a:miter lim="8000"/>
            <a:headEnd len="sm" w="sm" type="none"/>
            <a:tailEnd len="sm" w="sm" type="none"/>
          </a:ln>
          <a:effectLst>
            <a:outerShdw blurRad="50800" rotWithShape="0" algn="tl" dir="2700000" dist="38100">
              <a:srgbClr val="000000">
                <a:alpha val="40000"/>
              </a:srgbClr>
            </a:outerShdw>
          </a:effectLst>
        </p:spPr>
      </p:pic>
      <p:pic>
        <p:nvPicPr>
          <p:cNvPr id="116" name="Google Shape;116;p13"/>
          <p:cNvPicPr preferRelativeResize="0"/>
          <p:nvPr/>
        </p:nvPicPr>
        <p:blipFill>
          <a:blip r:embed="rId17">
            <a:alphaModFix/>
          </a:blip>
          <a:stretch>
            <a:fillRect/>
          </a:stretch>
        </p:blipFill>
        <p:spPr>
          <a:xfrm>
            <a:off x="4952100" y="15710996"/>
            <a:ext cx="3657600" cy="2247300"/>
          </a:xfrm>
          <a:prstGeom prst="rect">
            <a:avLst/>
          </a:prstGeom>
          <a:noFill/>
          <a:ln>
            <a:noFill/>
          </a:ln>
        </p:spPr>
      </p:pic>
      <p:sp>
        <p:nvSpPr>
          <p:cNvPr id="117" name="Google Shape;117;p13"/>
          <p:cNvSpPr/>
          <p:nvPr/>
        </p:nvSpPr>
        <p:spPr>
          <a:xfrm>
            <a:off x="18547705" y="3685117"/>
            <a:ext cx="8503800" cy="685800"/>
          </a:xfrm>
          <a:prstGeom prst="rect">
            <a:avLst/>
          </a:prstGeom>
          <a:solidFill>
            <a:srgbClr val="00724C"/>
          </a:solidFill>
          <a:ln cap="flat" cmpd="sng" w="12700">
            <a:solidFill>
              <a:srgbClr val="385623"/>
            </a:solidFill>
            <a:prstDash val="solid"/>
            <a:miter lim="800000"/>
            <a:headEnd len="sm" w="sm" type="none"/>
            <a:tailEnd len="sm" w="sm" type="none"/>
          </a:ln>
          <a:effectLst>
            <a:outerShdw blurRad="50800" rotWithShape="0" algn="tl" dir="2700000" dist="38100">
              <a:srgbClr val="000000">
                <a:alpha val="40000"/>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rPr lang="en-US" sz="4200">
                <a:solidFill>
                  <a:schemeClr val="lt1"/>
                </a:solidFill>
                <a:latin typeface="Calibri"/>
                <a:ea typeface="Calibri"/>
                <a:cs typeface="Calibri"/>
                <a:sym typeface="Calibri"/>
              </a:rPr>
              <a:t>Results</a:t>
            </a:r>
            <a:endParaRPr/>
          </a:p>
        </p:txBody>
      </p:sp>
      <p:pic>
        <p:nvPicPr>
          <p:cNvPr id="118" name="Google Shape;118;p13" title="qrcode.png"/>
          <p:cNvPicPr preferRelativeResize="0"/>
          <p:nvPr/>
        </p:nvPicPr>
        <p:blipFill>
          <a:blip r:embed="rId18">
            <a:alphaModFix/>
          </a:blip>
          <a:stretch>
            <a:fillRect/>
          </a:stretch>
        </p:blipFill>
        <p:spPr>
          <a:xfrm>
            <a:off x="16721925" y="18123875"/>
            <a:ext cx="1951800" cy="1951800"/>
          </a:xfrm>
          <a:prstGeom prst="rect">
            <a:avLst/>
          </a:prstGeom>
          <a:noFill/>
          <a:ln>
            <a:noFill/>
          </a:ln>
        </p:spPr>
      </p:pic>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Office Them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